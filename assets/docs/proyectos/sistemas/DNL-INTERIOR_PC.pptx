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45"/>
  </p:notesMasterIdLst>
  <p:handoutMasterIdLst>
    <p:handoutMasterId r:id="rId46"/>
  </p:handoutMasterIdLst>
  <p:sldIdLst>
    <p:sldId id="256" r:id="rId2"/>
    <p:sldId id="306" r:id="rId3"/>
    <p:sldId id="257" r:id="rId4"/>
    <p:sldId id="292" r:id="rId5"/>
    <p:sldId id="293" r:id="rId6"/>
    <p:sldId id="294" r:id="rId7"/>
    <p:sldId id="298" r:id="rId8"/>
    <p:sldId id="299" r:id="rId9"/>
    <p:sldId id="295" r:id="rId10"/>
    <p:sldId id="300" r:id="rId11"/>
    <p:sldId id="296" r:id="rId12"/>
    <p:sldId id="297" r:id="rId13"/>
    <p:sldId id="258" r:id="rId14"/>
    <p:sldId id="278" r:id="rId15"/>
    <p:sldId id="277" r:id="rId16"/>
    <p:sldId id="276" r:id="rId17"/>
    <p:sldId id="275" r:id="rId18"/>
    <p:sldId id="274" r:id="rId19"/>
    <p:sldId id="273" r:id="rId20"/>
    <p:sldId id="272" r:id="rId21"/>
    <p:sldId id="271" r:id="rId22"/>
    <p:sldId id="270" r:id="rId23"/>
    <p:sldId id="269" r:id="rId24"/>
    <p:sldId id="259" r:id="rId25"/>
    <p:sldId id="260" r:id="rId26"/>
    <p:sldId id="279" r:id="rId27"/>
    <p:sldId id="291" r:id="rId28"/>
    <p:sldId id="290" r:id="rId29"/>
    <p:sldId id="289" r:id="rId30"/>
    <p:sldId id="288" r:id="rId31"/>
    <p:sldId id="287" r:id="rId32"/>
    <p:sldId id="286" r:id="rId33"/>
    <p:sldId id="285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303" r:id="rId43"/>
    <p:sldId id="305" r:id="rId4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E1E9E57-E873-4743-A343-5D672733E667}">
          <p14:sldIdLst>
            <p14:sldId id="256"/>
          </p14:sldIdLst>
        </p14:section>
        <p14:section name="Sección de resumen" id="{10CDBD47-F252-41AD-811F-A7DCCE58153D}">
          <p14:sldIdLst>
            <p14:sldId id="306"/>
          </p14:sldIdLst>
        </p14:section>
        <p14:section name="¿Para qué utilizamos el PC?" id="{9842DF83-302A-4555-BE5E-9311529BC17F}">
          <p14:sldIdLst>
            <p14:sldId id="257"/>
          </p14:sldIdLst>
        </p14:section>
        <p14:section name="Personal Computer" id="{007C68FD-E37E-46BD-A2E5-0D122E216846}">
          <p14:sldIdLst>
            <p14:sldId id="292"/>
          </p14:sldIdLst>
        </p14:section>
        <p14:section name="Origen del Ordenador Personal" id="{16669AC5-3CAF-4F76-A3F3-F8C1B88582F1}">
          <p14:sldIdLst>
            <p14:sldId id="293"/>
          </p14:sldIdLst>
        </p14:section>
        <p14:section name="Unidades de medida" id="{32C6EA49-7ED7-4604-BB2E-8694F6E86977}">
          <p14:sldIdLst>
            <p14:sldId id="294"/>
          </p14:sldIdLst>
        </p14:section>
        <p14:section name="GB vs GiB" id="{EC325A6D-BF45-4512-8C7B-FA4E6ADD915A}">
          <p14:sldIdLst>
            <p14:sldId id="298"/>
          </p14:sldIdLst>
        </p14:section>
        <p14:section name="Transmisión" id="{358ECD57-01B5-4E6A-9580-CFE4CE1D97D6}">
          <p14:sldIdLst>
            <p14:sldId id="299"/>
          </p14:sldIdLst>
        </p14:section>
        <p14:section name="Características de la transmisión" id="{F53ACDBB-B72A-4629-AF41-CAB71AB5100C}">
          <p14:sldIdLst>
            <p14:sldId id="295"/>
          </p14:sldIdLst>
        </p14:section>
        <p14:section name="Arquitectura de buses: PCI." id="{998B39B4-5B48-486A-8EB2-0272C30DC3E2}">
          <p14:sldIdLst>
            <p14:sldId id="300"/>
          </p14:sldIdLst>
        </p14:section>
        <p14:section name="Arquitectura de buses: SDR, DDR y QDR" id="{E6E5A7D6-9F24-46FA-BC25-CA655BAFF804}">
          <p14:sldIdLst>
            <p14:sldId id="296"/>
          </p14:sldIdLst>
        </p14:section>
        <p14:section name="Esquema básico de un PC" id="{F92F2D17-430A-4202-9607-098DD98EEA62}">
          <p14:sldIdLst>
            <p14:sldId id="297"/>
          </p14:sldIdLst>
        </p14:section>
        <p14:section name="ÍNDICE" id="{8FFD5E1A-01FC-4164-A184-6A565DB73ABB}">
          <p14:sldIdLst>
            <p14:sldId id="258"/>
            <p14:sldId id="278"/>
            <p14:sldId id="277"/>
            <p14:sldId id="276"/>
            <p14:sldId id="275"/>
            <p14:sldId id="274"/>
            <p14:sldId id="273"/>
            <p14:sldId id="272"/>
            <p14:sldId id="271"/>
            <p14:sldId id="270"/>
            <p14:sldId id="269"/>
            <p14:sldId id="259"/>
            <p14:sldId id="260"/>
          </p14:sldIdLst>
        </p14:section>
        <p14:section name="COMPONENTES PLACA BASE" id="{6D82A0D4-EBEF-42DC-9AA4-67A8CDE888E4}">
          <p14:sldIdLst>
            <p14:sldId id="279"/>
            <p14:sldId id="291"/>
            <p14:sldId id="290"/>
            <p14:sldId id="289"/>
            <p14:sldId id="288"/>
            <p14:sldId id="287"/>
            <p14:sldId id="286"/>
            <p14:sldId id="285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ón" id="{19E3E17A-683A-43EF-8747-BDA61ED9BD7C}">
          <p14:sldIdLst>
            <p14:sldId id="303"/>
          </p14:sldIdLst>
        </p14:section>
        <p14:section name="Bibliografía de contenido e imágenes" id="{6279D503-25E8-4675-874A-0A9D47025B56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9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CBDA3-8446-0308-3958-6EF8EE5841E8}" v="15" dt="2024-01-15T12:41:13.482"/>
    <p1510:client id="{61F83921-1962-4FFD-B089-1134E5478B8B}" v="231" dt="2024-01-15T11:59:40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1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o Nieto Lorente" userId="S::dario.nietolorente@tajamar365.com::f4bc6bc2-17cc-4081-aa4e-77db8c911031" providerId="AD" clId="Web-{273CBDA3-8446-0308-3958-6EF8EE5841E8}"/>
    <pc:docChg chg="delSld modSld">
      <pc:chgData name="Dario Nieto Lorente" userId="S::dario.nietolorente@tajamar365.com::f4bc6bc2-17cc-4081-aa4e-77db8c911031" providerId="AD" clId="Web-{273CBDA3-8446-0308-3958-6EF8EE5841E8}" dt="2024-01-15T12:41:13.482" v="17"/>
      <pc:docMkLst>
        <pc:docMk/>
      </pc:docMkLst>
      <pc:sldChg chg="addSp delSp modSp mod setBg">
        <pc:chgData name="Dario Nieto Lorente" userId="S::dario.nietolorente@tajamar365.com::f4bc6bc2-17cc-4081-aa4e-77db8c911031" providerId="AD" clId="Web-{273CBDA3-8446-0308-3958-6EF8EE5841E8}" dt="2024-01-15T12:40:40.668" v="12"/>
        <pc:sldMkLst>
          <pc:docMk/>
          <pc:sldMk cId="2773444257" sldId="256"/>
        </pc:sldMkLst>
        <pc:spChg chg="mod">
          <ac:chgData name="Dario Nieto Lorente" userId="S::dario.nietolorente@tajamar365.com::f4bc6bc2-17cc-4081-aa4e-77db8c911031" providerId="AD" clId="Web-{273CBDA3-8446-0308-3958-6EF8EE5841E8}" dt="2024-01-15T12:40:24.605" v="9" actId="14100"/>
          <ac:spMkLst>
            <pc:docMk/>
            <pc:sldMk cId="2773444257" sldId="256"/>
            <ac:spMk id="2" creationId="{77DD7129-76EA-4BBF-8649-C98DAEA24F93}"/>
          </ac:spMkLst>
        </pc:spChg>
        <pc:spChg chg="mod">
          <ac:chgData name="Dario Nieto Lorente" userId="S::dario.nietolorente@tajamar365.com::f4bc6bc2-17cc-4081-aa4e-77db8c911031" providerId="AD" clId="Web-{273CBDA3-8446-0308-3958-6EF8EE5841E8}" dt="2024-01-15T12:40:40.668" v="12"/>
          <ac:spMkLst>
            <pc:docMk/>
            <pc:sldMk cId="2773444257" sldId="256"/>
            <ac:spMk id="3" creationId="{05C983E9-AC57-C21A-8C88-E9DAAD9D3F39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8" creationId="{362D44EE-C852-4460-B8B5-C4F2BC20510C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10" creationId="{658970D8-8D1D-4B5C-894B-E871CC86543D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12" creationId="{F227E5B6-9132-43CA-B503-37A18562ADF2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15" creationId="{03C2051E-A88D-48E5-BACF-AAED17892722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17" creationId="{7821A508-2985-4905-874A-527429BAABFA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19" creationId="{D2929CB1-0E3C-4B2D-ADC5-0154FB33BA44}"/>
          </ac:spMkLst>
        </pc:spChg>
        <pc:spChg chg="add del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21" creationId="{5F2F0C84-BE8C-4DC2-A6D3-30349A801D5C}"/>
          </ac:spMkLst>
        </pc:spChg>
        <pc:spChg chg="add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26" creationId="{0671A8AE-40A1-4631-A6B8-581AFF065482}"/>
          </ac:spMkLst>
        </pc:spChg>
        <pc:spChg chg="add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28" creationId="{AB58EF07-17C2-48CF-ABB0-EEF1F17CB8F0}"/>
          </ac:spMkLst>
        </pc:spChg>
        <pc:spChg chg="add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30" creationId="{AF2F604E-43BE-4DC3-B983-E071523364F8}"/>
          </ac:spMkLst>
        </pc:spChg>
        <pc:spChg chg="add">
          <ac:chgData name="Dario Nieto Lorente" userId="S::dario.nietolorente@tajamar365.com::f4bc6bc2-17cc-4081-aa4e-77db8c911031" providerId="AD" clId="Web-{273CBDA3-8446-0308-3958-6EF8EE5841E8}" dt="2024-01-15T12:40:12.012" v="6"/>
          <ac:spMkLst>
            <pc:docMk/>
            <pc:sldMk cId="2773444257" sldId="256"/>
            <ac:spMk id="32" creationId="{08C9B587-E65E-4B52-B37C-ABEBB6E87928}"/>
          </ac:spMkLst>
        </pc:spChg>
        <pc:picChg chg="add del mod">
          <ac:chgData name="Dario Nieto Lorente" userId="S::dario.nietolorente@tajamar365.com::f4bc6bc2-17cc-4081-aa4e-77db8c911031" providerId="AD" clId="Web-{273CBDA3-8446-0308-3958-6EF8EE5841E8}" dt="2024-01-15T12:39:47.776" v="3"/>
          <ac:picMkLst>
            <pc:docMk/>
            <pc:sldMk cId="2773444257" sldId="256"/>
            <ac:picMk id="4" creationId="{11D7CC09-00B3-447D-8C90-229D8FDFC828}"/>
          </ac:picMkLst>
        </pc:picChg>
        <pc:picChg chg="add del mod">
          <ac:chgData name="Dario Nieto Lorente" userId="S::dario.nietolorente@tajamar365.com::f4bc6bc2-17cc-4081-aa4e-77db8c911031" providerId="AD" clId="Web-{273CBDA3-8446-0308-3958-6EF8EE5841E8}" dt="2024-01-15T12:40:05.745" v="4"/>
          <ac:picMkLst>
            <pc:docMk/>
            <pc:sldMk cId="2773444257" sldId="256"/>
            <ac:picMk id="5" creationId="{7D903FF5-EAA7-FEA2-8C84-27233E5FB9D1}"/>
          </ac:picMkLst>
        </pc:picChg>
        <pc:picChg chg="add mod ord">
          <ac:chgData name="Dario Nieto Lorente" userId="S::dario.nietolorente@tajamar365.com::f4bc6bc2-17cc-4081-aa4e-77db8c911031" providerId="AD" clId="Web-{273CBDA3-8446-0308-3958-6EF8EE5841E8}" dt="2024-01-15T12:40:12.012" v="6"/>
          <ac:picMkLst>
            <pc:docMk/>
            <pc:sldMk cId="2773444257" sldId="256"/>
            <ac:picMk id="6" creationId="{8F8D80E8-420B-4DB4-6BD1-048921F8500A}"/>
          </ac:picMkLst>
        </pc:picChg>
      </pc:sldChg>
      <pc:sldChg chg="addSp modSp">
        <pc:chgData name="Dario Nieto Lorente" userId="S::dario.nietolorente@tajamar365.com::f4bc6bc2-17cc-4081-aa4e-77db8c911031" providerId="AD" clId="Web-{273CBDA3-8446-0308-3958-6EF8EE5841E8}" dt="2024-01-15T12:40:57.216" v="16" actId="1076"/>
        <pc:sldMkLst>
          <pc:docMk/>
          <pc:sldMk cId="3535658031" sldId="257"/>
        </pc:sldMkLst>
        <pc:spChg chg="mod">
          <ac:chgData name="Dario Nieto Lorente" userId="S::dario.nietolorente@tajamar365.com::f4bc6bc2-17cc-4081-aa4e-77db8c911031" providerId="AD" clId="Web-{273CBDA3-8446-0308-3958-6EF8EE5841E8}" dt="2024-01-15T12:40:54.075" v="15" actId="20577"/>
          <ac:spMkLst>
            <pc:docMk/>
            <pc:sldMk cId="3535658031" sldId="257"/>
            <ac:spMk id="2" creationId="{90F41F72-C2C0-3EDD-770A-5DEE40C9AE55}"/>
          </ac:spMkLst>
        </pc:spChg>
        <pc:spChg chg="mod">
          <ac:chgData name="Dario Nieto Lorente" userId="S::dario.nietolorente@tajamar365.com::f4bc6bc2-17cc-4081-aa4e-77db8c911031" providerId="AD" clId="Web-{273CBDA3-8446-0308-3958-6EF8EE5841E8}" dt="2024-01-15T12:40:57.216" v="16" actId="1076"/>
          <ac:spMkLst>
            <pc:docMk/>
            <pc:sldMk cId="3535658031" sldId="257"/>
            <ac:spMk id="25" creationId="{08C0390D-3F8D-8D30-C85D-B22F2C8FBBFC}"/>
          </ac:spMkLst>
        </pc:spChg>
        <pc:spChg chg="add">
          <ac:chgData name="Dario Nieto Lorente" userId="S::dario.nietolorente@tajamar365.com::f4bc6bc2-17cc-4081-aa4e-77db8c911031" providerId="AD" clId="Web-{273CBDA3-8446-0308-3958-6EF8EE5841E8}" dt="2024-01-15T12:40:48.997" v="13"/>
          <ac:spMkLst>
            <pc:docMk/>
            <pc:sldMk cId="3535658031" sldId="257"/>
            <ac:spMk id="31" creationId="{C0763A76-9F1C-4FC5-82B7-DD475DA461B2}"/>
          </ac:spMkLst>
        </pc:spChg>
        <pc:spChg chg="add">
          <ac:chgData name="Dario Nieto Lorente" userId="S::dario.nietolorente@tajamar365.com::f4bc6bc2-17cc-4081-aa4e-77db8c911031" providerId="AD" clId="Web-{273CBDA3-8446-0308-3958-6EF8EE5841E8}" dt="2024-01-15T12:40:48.997" v="13"/>
          <ac:spMkLst>
            <pc:docMk/>
            <pc:sldMk cId="3535658031" sldId="257"/>
            <ac:spMk id="33" creationId="{E81BF4F6-F2CF-4984-9D14-D6966D92F99F}"/>
          </ac:spMkLst>
        </pc:spChg>
        <pc:picChg chg="add">
          <ac:chgData name="Dario Nieto Lorente" userId="S::dario.nietolorente@tajamar365.com::f4bc6bc2-17cc-4081-aa4e-77db8c911031" providerId="AD" clId="Web-{273CBDA3-8446-0308-3958-6EF8EE5841E8}" dt="2024-01-15T12:40:48.997" v="13"/>
          <ac:picMkLst>
            <pc:docMk/>
            <pc:sldMk cId="3535658031" sldId="257"/>
            <ac:picMk id="27" creationId="{86047AD9-F645-5546-2089-94AF0E820BF0}"/>
          </ac:picMkLst>
        </pc:picChg>
      </pc:sldChg>
      <pc:sldChg chg="del">
        <pc:chgData name="Dario Nieto Lorente" userId="S::dario.nietolorente@tajamar365.com::f4bc6bc2-17cc-4081-aa4e-77db8c911031" providerId="AD" clId="Web-{273CBDA3-8446-0308-3958-6EF8EE5841E8}" dt="2024-01-15T12:41:13.482" v="17"/>
        <pc:sldMkLst>
          <pc:docMk/>
          <pc:sldMk cId="3931025137" sldId="259"/>
        </pc:sldMkLst>
      </pc:sldChg>
    </pc:docChg>
  </pc:docChgLst>
  <pc:docChgLst>
    <pc:chgData name="Dario Nieto Lorente" userId="S::dario.nietolorente@tajamar365.com::f4bc6bc2-17cc-4081-aa4e-77db8c911031" providerId="AD" clId="Web-{61F83921-1962-4FFD-B089-1134E5478B8B}"/>
    <pc:docChg chg="addSld modSld addMainMaster delMainMaster">
      <pc:chgData name="Dario Nieto Lorente" userId="S::dario.nietolorente@tajamar365.com::f4bc6bc2-17cc-4081-aa4e-77db8c911031" providerId="AD" clId="Web-{61F83921-1962-4FFD-B089-1134E5478B8B}" dt="2024-01-15T11:59:40.820" v="231"/>
      <pc:docMkLst>
        <pc:docMk/>
      </pc:docMkLst>
      <pc:sldChg chg="addSp delSp modSp mod setBg modClrScheme delDesignElem chgLayout">
        <pc:chgData name="Dario Nieto Lorente" userId="S::dario.nietolorente@tajamar365.com::f4bc6bc2-17cc-4081-aa4e-77db8c911031" providerId="AD" clId="Web-{61F83921-1962-4FFD-B089-1134E5478B8B}" dt="2024-01-15T11:55:18.984" v="104" actId="1076"/>
        <pc:sldMkLst>
          <pc:docMk/>
          <pc:sldMk cId="2773444257" sldId="256"/>
        </pc:sldMkLst>
        <pc:spChg chg="mod ord">
          <ac:chgData name="Dario Nieto Lorente" userId="S::dario.nietolorente@tajamar365.com::f4bc6bc2-17cc-4081-aa4e-77db8c911031" providerId="AD" clId="Web-{61F83921-1962-4FFD-B089-1134E5478B8B}" dt="2024-01-15T11:55:16.296" v="102" actId="14100"/>
          <ac:spMkLst>
            <pc:docMk/>
            <pc:sldMk cId="2773444257" sldId="256"/>
            <ac:spMk id="2" creationId="{77DD7129-76EA-4BBF-8649-C98DAEA24F93}"/>
          </ac:spMkLst>
        </pc:spChg>
        <pc:spChg chg="mod ord">
          <ac:chgData name="Dario Nieto Lorente" userId="S::dario.nietolorente@tajamar365.com::f4bc6bc2-17cc-4081-aa4e-77db8c911031" providerId="AD" clId="Web-{61F83921-1962-4FFD-B089-1134E5478B8B}" dt="2024-01-15T11:55:09.577" v="100" actId="14100"/>
          <ac:spMkLst>
            <pc:docMk/>
            <pc:sldMk cId="2773444257" sldId="256"/>
            <ac:spMk id="3" creationId="{05C983E9-AC57-C21A-8C88-E9DAAD9D3F39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5:04.155" v="99"/>
          <ac:spMkLst>
            <pc:docMk/>
            <pc:sldMk cId="2773444257" sldId="256"/>
            <ac:spMk id="6" creationId="{D1B9DAF8-E006-40BE-B18F-7BF3E78FDA9F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5:04.155" v="99"/>
          <ac:spMkLst>
            <pc:docMk/>
            <pc:sldMk cId="2773444257" sldId="256"/>
            <ac:spMk id="7" creationId="{5D710B14-6731-4E0B-BD23-F4B06473F7AA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3:54.106" v="88"/>
          <ac:spMkLst>
            <pc:docMk/>
            <pc:sldMk cId="2773444257" sldId="256"/>
            <ac:spMk id="9" creationId="{657F69E0-C4B0-4BEC-A689-4F8D877F05D4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3:54.106" v="88"/>
          <ac:spMkLst>
            <pc:docMk/>
            <pc:sldMk cId="2773444257" sldId="256"/>
            <ac:spMk id="11" creationId="{9F6380B4-6A1C-481E-8408-B4E6C75B9B81}"/>
          </ac:spMkLst>
        </pc:spChg>
        <pc:spChg chg="add">
          <ac:chgData name="Dario Nieto Lorente" userId="S::dario.nietolorente@tajamar365.com::f4bc6bc2-17cc-4081-aa4e-77db8c911031" providerId="AD" clId="Web-{61F83921-1962-4FFD-B089-1134E5478B8B}" dt="2024-01-15T11:55:04.155" v="99"/>
          <ac:spMkLst>
            <pc:docMk/>
            <pc:sldMk cId="2773444257" sldId="256"/>
            <ac:spMk id="23" creationId="{B0BE0E16-B5CD-4823-920C-141C03CED813}"/>
          </ac:spMkLst>
        </pc:spChg>
        <pc:grpChg chg="add del">
          <ac:chgData name="Dario Nieto Lorente" userId="S::dario.nietolorente@tajamar365.com::f4bc6bc2-17cc-4081-aa4e-77db8c911031" providerId="AD" clId="Web-{61F83921-1962-4FFD-B089-1134E5478B8B}" dt="2024-01-15T11:55:04.155" v="99"/>
          <ac:grpSpMkLst>
            <pc:docMk/>
            <pc:sldMk cId="2773444257" sldId="256"/>
            <ac:grpSpMk id="13" creationId="{BAFC36E7-2078-40B0-BAC1-950C1A2E0547}"/>
          </ac:grpSpMkLst>
        </pc:grpChg>
        <pc:grpChg chg="add">
          <ac:chgData name="Dario Nieto Lorente" userId="S::dario.nietolorente@tajamar365.com::f4bc6bc2-17cc-4081-aa4e-77db8c911031" providerId="AD" clId="Web-{61F83921-1962-4FFD-B089-1134E5478B8B}" dt="2024-01-15T11:55:04.155" v="99"/>
          <ac:grpSpMkLst>
            <pc:docMk/>
            <pc:sldMk cId="2773444257" sldId="256"/>
            <ac:grpSpMk id="25" creationId="{4D0FC6BF-F49C-40E0-9F92-EAB34F9E09B0}"/>
          </ac:grpSpMkLst>
        </pc:grpChg>
        <pc:picChg chg="add mod ord modCrop">
          <ac:chgData name="Dario Nieto Lorente" userId="S::dario.nietolorente@tajamar365.com::f4bc6bc2-17cc-4081-aa4e-77db8c911031" providerId="AD" clId="Web-{61F83921-1962-4FFD-B089-1134E5478B8B}" dt="2024-01-15T11:55:18.984" v="104" actId="1076"/>
          <ac:picMkLst>
            <pc:docMk/>
            <pc:sldMk cId="2773444257" sldId="256"/>
            <ac:picMk id="4" creationId="{2A1E5147-255D-B8EE-4207-F3A455AFF38F}"/>
          </ac:picMkLst>
        </pc:picChg>
      </pc:sldChg>
      <pc:sldChg chg="addSp delSp modSp new mod setBg modClrScheme addAnim delDesignElem chgLayout">
        <pc:chgData name="Dario Nieto Lorente" userId="S::dario.nietolorente@tajamar365.com::f4bc6bc2-17cc-4081-aa4e-77db8c911031" providerId="AD" clId="Web-{61F83921-1962-4FFD-B089-1134E5478B8B}" dt="2024-01-15T11:59:40.820" v="231"/>
        <pc:sldMkLst>
          <pc:docMk/>
          <pc:sldMk cId="3535658031" sldId="257"/>
        </pc:sldMkLst>
        <pc:spChg chg="mod ord">
          <ac:chgData name="Dario Nieto Lorente" userId="S::dario.nietolorente@tajamar365.com::f4bc6bc2-17cc-4081-aa4e-77db8c911031" providerId="AD" clId="Web-{61F83921-1962-4FFD-B089-1134E5478B8B}" dt="2024-01-15T11:55:32.203" v="105"/>
          <ac:spMkLst>
            <pc:docMk/>
            <pc:sldMk cId="3535658031" sldId="257"/>
            <ac:spMk id="2" creationId="{90F41F72-C2C0-3EDD-770A-5DEE40C9AE55}"/>
          </ac:spMkLst>
        </pc:spChg>
        <pc:spChg chg="add del mod ord">
          <ac:chgData name="Dario Nieto Lorente" userId="S::dario.nietolorente@tajamar365.com::f4bc6bc2-17cc-4081-aa4e-77db8c911031" providerId="AD" clId="Web-{61F83921-1962-4FFD-B089-1134E5478B8B}" dt="2024-01-15T11:54:12.451" v="94"/>
          <ac:spMkLst>
            <pc:docMk/>
            <pc:sldMk cId="3535658031" sldId="257"/>
            <ac:spMk id="3" creationId="{08C0390D-3F8D-8D30-C85D-B22F2C8FBBFC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12.388" v="93"/>
          <ac:spMkLst>
            <pc:docMk/>
            <pc:sldMk cId="3535658031" sldId="257"/>
            <ac:spMk id="8" creationId="{781BBDC9-2DC6-4959-AC3D-49A5DCB05DA7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09.841" v="91"/>
          <ac:spMkLst>
            <pc:docMk/>
            <pc:sldMk cId="3535658031" sldId="257"/>
            <ac:spMk id="9" creationId="{2C33F367-76E5-4D2A-96B1-4FD443CDD1CF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12.388" v="93"/>
          <ac:spMkLst>
            <pc:docMk/>
            <pc:sldMk cId="3535658031" sldId="257"/>
            <ac:spMk id="10" creationId="{4B74BB55-8517-4CFE-9389-81D0E6F81F00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09.841" v="91"/>
          <ac:spMkLst>
            <pc:docMk/>
            <pc:sldMk cId="3535658031" sldId="257"/>
            <ac:spMk id="11" creationId="{6F769419-3E73-449D-B62A-0CDEC946A679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12.388" v="93"/>
          <ac:spMkLst>
            <pc:docMk/>
            <pc:sldMk cId="3535658031" sldId="257"/>
            <ac:spMk id="19" creationId="{08452CCF-4A27-488A-AAF4-424933CFC925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12.388" v="93"/>
          <ac:spMkLst>
            <pc:docMk/>
            <pc:sldMk cId="3535658031" sldId="257"/>
            <ac:spMk id="21" creationId="{08C0390D-3F8D-8D30-C85D-B22F2C8FBBFC}"/>
          </ac:spMkLst>
        </pc:spChg>
        <pc:spChg chg="add del">
          <ac:chgData name="Dario Nieto Lorente" userId="S::dario.nietolorente@tajamar365.com::f4bc6bc2-17cc-4081-aa4e-77db8c911031" providerId="AD" clId="Web-{61F83921-1962-4FFD-B089-1134E5478B8B}" dt="2024-01-15T11:54:31.639" v="95"/>
          <ac:spMkLst>
            <pc:docMk/>
            <pc:sldMk cId="3535658031" sldId="257"/>
            <ac:spMk id="23" creationId="{B9403C7F-76AE-4587-92A2-D4E41EBE68BD}"/>
          </ac:spMkLst>
        </pc:spChg>
        <pc:spChg chg="add mod ord">
          <ac:chgData name="Dario Nieto Lorente" userId="S::dario.nietolorente@tajamar365.com::f4bc6bc2-17cc-4081-aa4e-77db8c911031" providerId="AD" clId="Web-{61F83921-1962-4FFD-B089-1134E5478B8B}" dt="2024-01-15T11:58:28.740" v="230" actId="20577"/>
          <ac:spMkLst>
            <pc:docMk/>
            <pc:sldMk cId="3535658031" sldId="257"/>
            <ac:spMk id="25" creationId="{08C0390D-3F8D-8D30-C85D-B22F2C8FBBFC}"/>
          </ac:spMkLst>
        </pc:spChg>
        <pc:spChg chg="add">
          <ac:chgData name="Dario Nieto Lorente" userId="S::dario.nietolorente@tajamar365.com::f4bc6bc2-17cc-4081-aa4e-77db8c911031" providerId="AD" clId="Web-{61F83921-1962-4FFD-B089-1134E5478B8B}" dt="2024-01-15T11:55:32.203" v="105"/>
          <ac:spMkLst>
            <pc:docMk/>
            <pc:sldMk cId="3535658031" sldId="257"/>
            <ac:spMk id="30" creationId="{8F4E830A-06F9-4EAA-9E65-110CF2421798}"/>
          </ac:spMkLst>
        </pc:spChg>
        <pc:grpChg chg="add del">
          <ac:chgData name="Dario Nieto Lorente" userId="S::dario.nietolorente@tajamar365.com::f4bc6bc2-17cc-4081-aa4e-77db8c911031" providerId="AD" clId="Web-{61F83921-1962-4FFD-B089-1134E5478B8B}" dt="2024-01-15T11:54:12.388" v="93"/>
          <ac:grpSpMkLst>
            <pc:docMk/>
            <pc:sldMk cId="3535658031" sldId="257"/>
            <ac:grpSpMk id="12" creationId="{A3F7C935-E41E-4E8D-91DF-D3BAB9521DF0}"/>
          </ac:grpSpMkLst>
        </pc:grpChg>
        <pc:grpChg chg="add del">
          <ac:chgData name="Dario Nieto Lorente" userId="S::dario.nietolorente@tajamar365.com::f4bc6bc2-17cc-4081-aa4e-77db8c911031" providerId="AD" clId="Web-{61F83921-1962-4FFD-B089-1134E5478B8B}" dt="2024-01-15T11:54:09.841" v="91"/>
          <ac:grpSpMkLst>
            <pc:docMk/>
            <pc:sldMk cId="3535658031" sldId="257"/>
            <ac:grpSpMk id="13" creationId="{A6515200-42F9-488F-9895-6CDBCD1E87C8}"/>
          </ac:grpSpMkLst>
        </pc:grpChg>
        <pc:grpChg chg="add del">
          <ac:chgData name="Dario Nieto Lorente" userId="S::dario.nietolorente@tajamar365.com::f4bc6bc2-17cc-4081-aa4e-77db8c911031" providerId="AD" clId="Web-{61F83921-1962-4FFD-B089-1134E5478B8B}" dt="2024-01-15T11:54:31.639" v="95"/>
          <ac:grpSpMkLst>
            <pc:docMk/>
            <pc:sldMk cId="3535658031" sldId="257"/>
            <ac:grpSpMk id="26" creationId="{D6C71778-3DDA-4748-AEBB-2A4B75016325}"/>
          </ac:grpSpMkLst>
        </pc:grpChg>
        <pc:graphicFrameChg chg="add del">
          <ac:chgData name="Dario Nieto Lorente" userId="S::dario.nietolorente@tajamar365.com::f4bc6bc2-17cc-4081-aa4e-77db8c911031" providerId="AD" clId="Web-{61F83921-1962-4FFD-B089-1134E5478B8B}" dt="2024-01-15T11:54:09.841" v="91"/>
          <ac:graphicFrameMkLst>
            <pc:docMk/>
            <pc:sldMk cId="3535658031" sldId="257"/>
            <ac:graphicFrameMk id="5" creationId="{76C15B15-75B3-1CEA-9838-EF7CA5723E9A}"/>
          </ac:graphicFrameMkLst>
        </pc:graphicFrameChg>
        <pc:picChg chg="add mod ord">
          <ac:chgData name="Dario Nieto Lorente" userId="S::dario.nietolorente@tajamar365.com::f4bc6bc2-17cc-4081-aa4e-77db8c911031" providerId="AD" clId="Web-{61F83921-1962-4FFD-B089-1134E5478B8B}" dt="2024-01-15T11:55:32.203" v="105"/>
          <ac:picMkLst>
            <pc:docMk/>
            <pc:sldMk cId="3535658031" sldId="257"/>
            <ac:picMk id="24" creationId="{C0F60D55-99AE-80E0-9F28-104B1009E915}"/>
          </ac:picMkLst>
        </pc:picChg>
      </pc:sldChg>
      <pc:sldMasterChg chg="del delSldLayout">
        <pc:chgData name="Dario Nieto Lorente" userId="S::dario.nietolorente@tajamar365.com::f4bc6bc2-17cc-4081-aa4e-77db8c911031" providerId="AD" clId="Web-{61F83921-1962-4FFD-B089-1134E5478B8B}" dt="2024-01-15T11:53:54.106" v="88"/>
        <pc:sldMasterMkLst>
          <pc:docMk/>
          <pc:sldMasterMk cId="2933118997" sldId="2147483648"/>
        </pc:sldMasterMkLst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Dario Nieto Lorente" userId="S::dario.nietolorente@tajamar365.com::f4bc6bc2-17cc-4081-aa4e-77db8c911031" providerId="AD" clId="Web-{61F83921-1962-4FFD-B089-1134E5478B8B}" dt="2024-01-15T11:53:54.106" v="88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del addSldLayout delSldLayout modSldLayout">
        <pc:chgData name="Dario Nieto Lorente" userId="S::dario.nietolorente@tajamar365.com::f4bc6bc2-17cc-4081-aa4e-77db8c911031" providerId="AD" clId="Web-{61F83921-1962-4FFD-B089-1134E5478B8B}" dt="2024-01-15T11:53:58.497" v="89"/>
        <pc:sldMasterMkLst>
          <pc:docMk/>
          <pc:sldMasterMk cId="2824608791" sldId="2147483660"/>
        </pc:sldMasterMkLst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490025853" sldId="2147483661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3831086524" sldId="2147483662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818162234" sldId="2147483663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134230616" sldId="2147483664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569657784" sldId="2147483665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3861756366" sldId="2147483666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408930024" sldId="2147483667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644851166" sldId="2147483668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349586524" sldId="2147483669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2788820119" sldId="2147483670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990173002" sldId="2147483671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635137100" sldId="2147483672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1299978525" sldId="2147483673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4054004596" sldId="2147483674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4046601299" sldId="2147483675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2827549432" sldId="2147483676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3:58.497" v="89"/>
          <pc:sldLayoutMkLst>
            <pc:docMk/>
            <pc:sldMasterMk cId="2824608791" sldId="2147483660"/>
            <pc:sldLayoutMk cId="4128941380" sldId="2147483677"/>
          </pc:sldLayoutMkLst>
        </pc:sldLayoutChg>
      </pc:sldMasterChg>
      <pc:sldMasterChg chg="add del addSldLayout delSldLayout modSldLayout">
        <pc:chgData name="Dario Nieto Lorente" userId="S::dario.nietolorente@tajamar365.com::f4bc6bc2-17cc-4081-aa4e-77db8c911031" providerId="AD" clId="Web-{61F83921-1962-4FFD-B089-1134E5478B8B}" dt="2024-01-15T11:54:31.639" v="95"/>
        <pc:sldMasterMkLst>
          <pc:docMk/>
          <pc:sldMasterMk cId="432311669" sldId="2147483678"/>
        </pc:sldMasterMkLst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4201993985" sldId="2147483679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2220413654" sldId="2147483680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1510240624" sldId="2147483681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1054163983" sldId="2147483682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484263014" sldId="2147483683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112467117" sldId="2147483684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1364651793" sldId="2147483685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4007370363" sldId="2147483686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1310234176" sldId="2147483687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2807141135" sldId="2147483688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4119957522" sldId="2147483689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3005289695" sldId="2147483690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871222546" sldId="2147483691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3939669578" sldId="2147483692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3355224000" sldId="2147483693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585274985" sldId="2147483694"/>
          </pc:sldLayoutMkLst>
        </pc:sldLayoutChg>
        <pc:sldLayoutChg chg="add del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432311669" sldId="2147483678"/>
            <pc:sldLayoutMk cId="504024380" sldId="2147483695"/>
          </pc:sldLayoutMkLst>
        </pc:sldLayoutChg>
      </pc:sldMasterChg>
      <pc:sldMasterChg chg="add addSldLayout modSldLayout">
        <pc:chgData name="Dario Nieto Lorente" userId="S::dario.nietolorente@tajamar365.com::f4bc6bc2-17cc-4081-aa4e-77db8c911031" providerId="AD" clId="Web-{61F83921-1962-4FFD-B089-1134E5478B8B}" dt="2024-01-15T11:54:31.639" v="95"/>
        <pc:sldMasterMkLst>
          <pc:docMk/>
          <pc:sldMasterMk cId="1709783431" sldId="2147483696"/>
        </pc:sldMasterMkLst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369405305" sldId="2147483697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109778039" sldId="2147483698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392626650" sldId="2147483699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264958360" sldId="2147483700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100440201" sldId="2147483701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1372910105" sldId="2147483702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3150322249" sldId="2147483703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738547222" sldId="2147483704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89860834" sldId="2147483705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291039759" sldId="2147483706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1868888333" sldId="2147483707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4022280999" sldId="2147483708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252420480" sldId="2147483709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1008058014" sldId="2147483710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2589734588" sldId="2147483711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4214441266" sldId="2147483712"/>
          </pc:sldLayoutMkLst>
        </pc:sldLayoutChg>
        <pc:sldLayoutChg chg="add mod replId">
          <pc:chgData name="Dario Nieto Lorente" userId="S::dario.nietolorente@tajamar365.com::f4bc6bc2-17cc-4081-aa4e-77db8c911031" providerId="AD" clId="Web-{61F83921-1962-4FFD-B089-1134E5478B8B}" dt="2024-01-15T11:54:31.639" v="95"/>
          <pc:sldLayoutMkLst>
            <pc:docMk/>
            <pc:sldMasterMk cId="1709783431" sldId="2147483696"/>
            <pc:sldLayoutMk cId="916497278" sldId="2147483713"/>
          </pc:sldLayoutMkLst>
        </pc:sldLayoutChg>
      </pc:sldMasterChg>
    </pc:docChg>
  </pc:docChgLst>
  <pc:docChgLst>
    <pc:chgData clId="Web-{61F83921-1962-4FFD-B089-1134E5478B8B}"/>
    <pc:docChg chg="addSld">
      <pc:chgData name="" userId="" providerId="" clId="Web-{61F83921-1962-4FFD-B089-1134E5478B8B}" dt="2024-01-15T11:48:29.987" v="0"/>
      <pc:docMkLst>
        <pc:docMk/>
      </pc:docMkLst>
      <pc:sldChg chg="new">
        <pc:chgData name="" userId="" providerId="" clId="Web-{61F83921-1962-4FFD-B089-1134E5478B8B}" dt="2024-01-15T11:48:29.987" v="0"/>
        <pc:sldMkLst>
          <pc:docMk/>
          <pc:sldMk cId="2773444257" sldId="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F48B828-220B-483B-9F22-D89A4061FF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725633-026A-4AF0-9ACB-31B53FA98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F2CE2-57CA-47B0-9B30-F742221286FF}" type="datetimeFigureOut">
              <a:rPr lang="es-ES" smtClean="0"/>
              <a:t>25/09/2025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46623F-8174-48D2-8354-1693C476D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247E5BC-0042-4144-9943-3579B46A95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3A302-4201-4718-98E6-9AE0708B52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8478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0C91D-295A-416C-BE34-0AC96337400D}" type="datetimeFigureOut">
              <a:rPr lang="es-ES" smtClean="0"/>
              <a:t>25/09/2025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A7378-C4B6-4822-8469-A9A9691297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946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4B5C3-8864-4C5D-A16F-35DA2CCB6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254B52-63D9-4E37-8902-8CC6A95F1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81B0D-6B94-43D3-8B7B-65CFB459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51B099-E3E9-4890-BCEB-822F3B3D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9CEB24-5FDF-4655-87B1-A0493EDB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565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CD725-F659-4763-B6AD-BA275F33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66FDC0-2E92-4CCB-B2C3-6B56DB44C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7C2E8-3DBB-49C5-9609-F8D705AD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59E9C-5110-4219-B0F2-5CC4E134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8B3C22-1405-4E97-AA0A-BD54D7C3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83714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E0EC-99D5-46D3-BF64-4156C02B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116C94-D1F6-480C-A2D5-2A931444F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9D2CA-5963-403A-AAA2-350C96EA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2F21F8-B47B-4DA9-B879-B4914BA1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5C8669-367C-4D7F-9D14-1DDD5FE9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49505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DD1A8-4F33-49AB-9A36-495F1D2B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8FA238-A4A1-46B9-80C8-84C327221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59E161-19AF-4099-A35D-B2E57D7EA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9C3A1A-8346-4642-8537-FD5416E3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8A14BB-416B-41C3-8085-BBE7769B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AAB173-41B6-4B53-BD0E-17C7C7FE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9107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42D9E-7BE9-4D9F-9493-1741CE2E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9E8B5E-77CA-4C61-87DC-B49A88663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C8B24E-966A-4868-83F0-1D968548D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95B455-C5C0-4F26-B51C-6D73580BE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FC0941-675A-48C4-BA73-9173CDB81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9DE52C-BD1E-427D-A318-4ED396B6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0F8C56-F1AE-495D-A72B-B2056DB8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802B05-BE81-4024-86D4-2B52C21A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8422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9D13E-F2D5-49F5-87ED-F6A9BB77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C639BC-9484-4624-9FDF-23B9D10A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AF0F8C-EDAB-4136-B04D-B3723420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322FDA-540A-49FF-95EA-E1EBD1B6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0676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21F7A8-9818-4E3E-AB28-6CA34EA8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664B96-7AC2-42C7-8A1E-DCB60180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64F469-6B9A-486C-8EB0-85B738A8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10748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F702D-5E38-4B4E-A82A-C4DDAB9E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EA8EBB-8A68-4BA6-A43A-7EC5A7A1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96527B-8E49-4267-826E-A79A8AE7E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FE4381-4267-4D7A-9D6C-717DA790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B3A002-BC8C-4F9A-B8E1-BD81B90E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007394-ACC5-4E9E-A3AA-4B0A7F23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27808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7BC64-23C5-443A-8288-A1EF1EABD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69C1F8-AB88-4A71-8A09-6AE2044D4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1E0CFB-411F-4320-B61D-50F596E88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3887AD-3753-41C3-A5B3-FB2D0AF2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1CEDB4-66B6-4E05-A300-97E0917C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94B4C2-DDFA-4BC8-9BDD-E3CD436F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8889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45455-D124-4A1D-96AE-58C9B6A0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5F859B-E668-4C7A-BA07-77AC0FA54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65F896-DF2F-438A-8A45-C112CBE7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DE2B09-4870-4C17-8B3F-F5DF6AE3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69BFB7-B117-4BF0-9590-C3820B0C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553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1A52C4-FD1F-41BB-83B9-1C6DF6026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2F0991-1567-4D73-91DF-04C995C8A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B934CE-4126-4360-88A8-E6D033F4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9CA36-BF7D-41BB-9839-35FB976D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A8C39-3425-4BE4-84B1-FB388CCA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8357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DC5C24C-DDA0-4449-AF20-2E934DD692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C82B9C-5479-4754-A796-5CB36DE2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922" y="169855"/>
            <a:ext cx="8534400" cy="150706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43354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4848503" y="-1174259"/>
            <a:ext cx="2057400" cy="4572000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6C7FB1-7B05-4679-889B-0CA0153E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755" y="5587902"/>
            <a:ext cx="1142245" cy="6699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521DD0B-53AB-4BB2-B000-AB9D2EB7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91800" y="6257827"/>
            <a:ext cx="16002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60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E2D66F-EEBD-401D-9A46-20455403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B90961-A157-4B4B-A9B5-F5CA8DD3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000EFF-39F0-423E-8AD9-EC97FD483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FBFCA-93E9-4948-AAB2-FF2E46CC1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35A8F-9973-4366-A064-250592C7C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01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1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slide" Target="slide5.xml"/><Relationship Id="rId26" Type="http://schemas.openxmlformats.org/officeDocument/2006/relationships/slide" Target="slide13.xml"/><Relationship Id="rId3" Type="http://schemas.openxmlformats.org/officeDocument/2006/relationships/image" Target="../media/image4.png"/><Relationship Id="rId21" Type="http://schemas.openxmlformats.org/officeDocument/2006/relationships/slide" Target="slide8.xm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slide" Target="slide4.xml"/><Relationship Id="rId25" Type="http://schemas.openxmlformats.org/officeDocument/2006/relationships/slide" Target="slide12.xml"/><Relationship Id="rId2" Type="http://schemas.openxmlformats.org/officeDocument/2006/relationships/image" Target="../media/image3.png"/><Relationship Id="rId16" Type="http://schemas.openxmlformats.org/officeDocument/2006/relationships/slide" Target="slide3.xml"/><Relationship Id="rId20" Type="http://schemas.openxmlformats.org/officeDocument/2006/relationships/slide" Target="slide7.xml"/><Relationship Id="rId29" Type="http://schemas.openxmlformats.org/officeDocument/2006/relationships/slide" Target="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slide" Target="slide11.xml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slide" Target="slide10.xml"/><Relationship Id="rId28" Type="http://schemas.openxmlformats.org/officeDocument/2006/relationships/slide" Target="slide42.xml"/><Relationship Id="rId10" Type="http://schemas.openxmlformats.org/officeDocument/2006/relationships/image" Target="../media/image11.png"/><Relationship Id="rId19" Type="http://schemas.openxmlformats.org/officeDocument/2006/relationships/slide" Target="slide6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slide" Target="slide9.xml"/><Relationship Id="rId27" Type="http://schemas.openxmlformats.org/officeDocument/2006/relationships/slide" Target="slide2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image" Target="../media/image29.png"/><Relationship Id="rId18" Type="http://schemas.openxmlformats.org/officeDocument/2006/relationships/slide" Target="slide14.xml"/><Relationship Id="rId26" Type="http://schemas.openxmlformats.org/officeDocument/2006/relationships/slide" Target="slide39.xml"/><Relationship Id="rId3" Type="http://schemas.openxmlformats.org/officeDocument/2006/relationships/slide" Target="slide23.xml"/><Relationship Id="rId21" Type="http://schemas.openxmlformats.org/officeDocument/2006/relationships/slide" Target="slide16.xml"/><Relationship Id="rId7" Type="http://schemas.openxmlformats.org/officeDocument/2006/relationships/image" Target="../media/image27.png"/><Relationship Id="rId12" Type="http://schemas.openxmlformats.org/officeDocument/2006/relationships/slide" Target="slide18.xml"/><Relationship Id="rId17" Type="http://schemas.openxmlformats.org/officeDocument/2006/relationships/slide" Target="slide41.xml"/><Relationship Id="rId25" Type="http://schemas.openxmlformats.org/officeDocument/2006/relationships/image" Target="../media/image33.png"/><Relationship Id="rId2" Type="http://schemas.openxmlformats.org/officeDocument/2006/relationships/slide" Target="slide24.xml"/><Relationship Id="rId16" Type="http://schemas.openxmlformats.org/officeDocument/2006/relationships/image" Target="../media/image30.png"/><Relationship Id="rId20" Type="http://schemas.openxmlformats.org/officeDocument/2006/relationships/slide" Target="slide35.xml"/><Relationship Id="rId29" Type="http://schemas.openxmlformats.org/officeDocument/2006/relationships/slide" Target="slide34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22.xml"/><Relationship Id="rId11" Type="http://schemas.openxmlformats.org/officeDocument/2006/relationships/slide" Target="slide37.xml"/><Relationship Id="rId24" Type="http://schemas.openxmlformats.org/officeDocument/2006/relationships/slide" Target="slide19.xml"/><Relationship Id="rId5" Type="http://schemas.openxmlformats.org/officeDocument/2006/relationships/slide" Target="slide25.xml"/><Relationship Id="rId15" Type="http://schemas.openxmlformats.org/officeDocument/2006/relationships/slide" Target="slide15.xml"/><Relationship Id="rId23" Type="http://schemas.openxmlformats.org/officeDocument/2006/relationships/slide" Target="slide38.xml"/><Relationship Id="rId28" Type="http://schemas.openxmlformats.org/officeDocument/2006/relationships/image" Target="../media/image34.png"/><Relationship Id="rId10" Type="http://schemas.openxmlformats.org/officeDocument/2006/relationships/image" Target="../media/image28.png"/><Relationship Id="rId19" Type="http://schemas.openxmlformats.org/officeDocument/2006/relationships/image" Target="../media/image31.png"/><Relationship Id="rId31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slide" Target="slide17.xml"/><Relationship Id="rId14" Type="http://schemas.openxmlformats.org/officeDocument/2006/relationships/slide" Target="slide40.xml"/><Relationship Id="rId22" Type="http://schemas.openxmlformats.org/officeDocument/2006/relationships/image" Target="../media/image32.png"/><Relationship Id="rId27" Type="http://schemas.openxmlformats.org/officeDocument/2006/relationships/slide" Target="slide20.xml"/><Relationship Id="rId30" Type="http://schemas.openxmlformats.org/officeDocument/2006/relationships/slide" Target="slide2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7.xml"/><Relationship Id="rId18" Type="http://schemas.openxmlformats.org/officeDocument/2006/relationships/image" Target="../media/image30.png"/><Relationship Id="rId26" Type="http://schemas.openxmlformats.org/officeDocument/2006/relationships/slide" Target="slide39.xml"/><Relationship Id="rId3" Type="http://schemas.openxmlformats.org/officeDocument/2006/relationships/image" Target="../media/image1.jpeg"/><Relationship Id="rId21" Type="http://schemas.openxmlformats.org/officeDocument/2006/relationships/slide" Target="slide35.xml"/><Relationship Id="rId7" Type="http://schemas.openxmlformats.org/officeDocument/2006/relationships/slide" Target="slide25.xml"/><Relationship Id="rId12" Type="http://schemas.openxmlformats.org/officeDocument/2006/relationships/image" Target="../media/image28.png"/><Relationship Id="rId17" Type="http://schemas.openxmlformats.org/officeDocument/2006/relationships/slide" Target="slide15.xml"/><Relationship Id="rId25" Type="http://schemas.openxmlformats.org/officeDocument/2006/relationships/image" Target="../media/image33.png"/><Relationship Id="rId2" Type="http://schemas.openxmlformats.org/officeDocument/2006/relationships/slide" Target="slide13.xml"/><Relationship Id="rId16" Type="http://schemas.openxmlformats.org/officeDocument/2006/relationships/slide" Target="slide40.xml"/><Relationship Id="rId20" Type="http://schemas.openxmlformats.org/officeDocument/2006/relationships/image" Target="../media/image31.png"/><Relationship Id="rId29" Type="http://schemas.openxmlformats.org/officeDocument/2006/relationships/slide" Target="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slide" Target="slide17.xml"/><Relationship Id="rId24" Type="http://schemas.openxmlformats.org/officeDocument/2006/relationships/slide" Target="slide19.xml"/><Relationship Id="rId5" Type="http://schemas.openxmlformats.org/officeDocument/2006/relationships/slide" Target="slide23.xml"/><Relationship Id="rId15" Type="http://schemas.openxmlformats.org/officeDocument/2006/relationships/image" Target="../media/image29.png"/><Relationship Id="rId23" Type="http://schemas.openxmlformats.org/officeDocument/2006/relationships/slide" Target="slide38.xml"/><Relationship Id="rId28" Type="http://schemas.openxmlformats.org/officeDocument/2006/relationships/image" Target="../media/image34.png"/><Relationship Id="rId10" Type="http://schemas.openxmlformats.org/officeDocument/2006/relationships/slide" Target="slide36.xml"/><Relationship Id="rId19" Type="http://schemas.openxmlformats.org/officeDocument/2006/relationships/slide" Target="slide41.xml"/><Relationship Id="rId31" Type="http://schemas.openxmlformats.org/officeDocument/2006/relationships/image" Target="../media/image35.png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18.xml"/><Relationship Id="rId22" Type="http://schemas.openxmlformats.org/officeDocument/2006/relationships/image" Target="../media/image32.png"/><Relationship Id="rId27" Type="http://schemas.openxmlformats.org/officeDocument/2006/relationships/slide" Target="slide20.xml"/><Relationship Id="rId30" Type="http://schemas.openxmlformats.org/officeDocument/2006/relationships/slide" Target="slide2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7.xml"/><Relationship Id="rId18" Type="http://schemas.openxmlformats.org/officeDocument/2006/relationships/slide" Target="slide41.xml"/><Relationship Id="rId26" Type="http://schemas.openxmlformats.org/officeDocument/2006/relationships/slide" Target="slide20.xml"/><Relationship Id="rId3" Type="http://schemas.openxmlformats.org/officeDocument/2006/relationships/image" Target="../media/image1.jpeg"/><Relationship Id="rId21" Type="http://schemas.openxmlformats.org/officeDocument/2006/relationships/image" Target="../media/image32.png"/><Relationship Id="rId7" Type="http://schemas.openxmlformats.org/officeDocument/2006/relationships/slide" Target="slide25.xml"/><Relationship Id="rId12" Type="http://schemas.openxmlformats.org/officeDocument/2006/relationships/image" Target="../media/image28.png"/><Relationship Id="rId17" Type="http://schemas.openxmlformats.org/officeDocument/2006/relationships/image" Target="../media/image30.png"/><Relationship Id="rId25" Type="http://schemas.openxmlformats.org/officeDocument/2006/relationships/slide" Target="slide39.xml"/><Relationship Id="rId2" Type="http://schemas.openxmlformats.org/officeDocument/2006/relationships/slide" Target="slide13.xml"/><Relationship Id="rId16" Type="http://schemas.openxmlformats.org/officeDocument/2006/relationships/slide" Target="slide40.xml"/><Relationship Id="rId20" Type="http://schemas.openxmlformats.org/officeDocument/2006/relationships/slide" Target="slide35.xml"/><Relationship Id="rId29" Type="http://schemas.openxmlformats.org/officeDocument/2006/relationships/slide" Target="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slide" Target="slide17.xml"/><Relationship Id="rId24" Type="http://schemas.openxmlformats.org/officeDocument/2006/relationships/image" Target="../media/image33.png"/><Relationship Id="rId5" Type="http://schemas.openxmlformats.org/officeDocument/2006/relationships/slide" Target="slide23.xml"/><Relationship Id="rId15" Type="http://schemas.openxmlformats.org/officeDocument/2006/relationships/image" Target="../media/image29.png"/><Relationship Id="rId23" Type="http://schemas.openxmlformats.org/officeDocument/2006/relationships/slide" Target="slide19.xml"/><Relationship Id="rId28" Type="http://schemas.openxmlformats.org/officeDocument/2006/relationships/slide" Target="slide34.xml"/><Relationship Id="rId10" Type="http://schemas.openxmlformats.org/officeDocument/2006/relationships/slide" Target="slide36.xml"/><Relationship Id="rId19" Type="http://schemas.openxmlformats.org/officeDocument/2006/relationships/image" Target="../media/image31.png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18.xml"/><Relationship Id="rId22" Type="http://schemas.openxmlformats.org/officeDocument/2006/relationships/slide" Target="slide38.xml"/><Relationship Id="rId27" Type="http://schemas.openxmlformats.org/officeDocument/2006/relationships/image" Target="../media/image34.png"/><Relationship Id="rId30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37.xml"/><Relationship Id="rId18" Type="http://schemas.openxmlformats.org/officeDocument/2006/relationships/slide" Target="slide41.xml"/><Relationship Id="rId26" Type="http://schemas.openxmlformats.org/officeDocument/2006/relationships/slide" Target="slide20.xml"/><Relationship Id="rId3" Type="http://schemas.openxmlformats.org/officeDocument/2006/relationships/image" Target="../media/image1.jpeg"/><Relationship Id="rId21" Type="http://schemas.openxmlformats.org/officeDocument/2006/relationships/image" Target="../media/image32.png"/><Relationship Id="rId7" Type="http://schemas.openxmlformats.org/officeDocument/2006/relationships/slide" Target="slide25.xml"/><Relationship Id="rId12" Type="http://schemas.openxmlformats.org/officeDocument/2006/relationships/image" Target="../media/image28.png"/><Relationship Id="rId17" Type="http://schemas.openxmlformats.org/officeDocument/2006/relationships/image" Target="../media/image30.png"/><Relationship Id="rId25" Type="http://schemas.openxmlformats.org/officeDocument/2006/relationships/slide" Target="slide39.xml"/><Relationship Id="rId2" Type="http://schemas.openxmlformats.org/officeDocument/2006/relationships/slide" Target="slide13.xml"/><Relationship Id="rId16" Type="http://schemas.openxmlformats.org/officeDocument/2006/relationships/slide" Target="slide40.xml"/><Relationship Id="rId20" Type="http://schemas.openxmlformats.org/officeDocument/2006/relationships/slide" Target="slide35.xml"/><Relationship Id="rId29" Type="http://schemas.openxmlformats.org/officeDocument/2006/relationships/slide" Target="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slide" Target="slide17.xml"/><Relationship Id="rId24" Type="http://schemas.openxmlformats.org/officeDocument/2006/relationships/image" Target="../media/image33.png"/><Relationship Id="rId5" Type="http://schemas.openxmlformats.org/officeDocument/2006/relationships/slide" Target="slide23.xml"/><Relationship Id="rId15" Type="http://schemas.openxmlformats.org/officeDocument/2006/relationships/image" Target="../media/image29.png"/><Relationship Id="rId23" Type="http://schemas.openxmlformats.org/officeDocument/2006/relationships/slide" Target="slide19.xml"/><Relationship Id="rId28" Type="http://schemas.openxmlformats.org/officeDocument/2006/relationships/slide" Target="slide34.xml"/><Relationship Id="rId10" Type="http://schemas.openxmlformats.org/officeDocument/2006/relationships/slide" Target="slide36.xml"/><Relationship Id="rId19" Type="http://schemas.openxmlformats.org/officeDocument/2006/relationships/image" Target="../media/image31.png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18.xml"/><Relationship Id="rId22" Type="http://schemas.openxmlformats.org/officeDocument/2006/relationships/slide" Target="slide38.xml"/><Relationship Id="rId27" Type="http://schemas.openxmlformats.org/officeDocument/2006/relationships/image" Target="../media/image34.png"/><Relationship Id="rId30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40.xml"/><Relationship Id="rId18" Type="http://schemas.openxmlformats.org/officeDocument/2006/relationships/image" Target="../media/image32.png"/><Relationship Id="rId26" Type="http://schemas.openxmlformats.org/officeDocument/2006/relationships/slide" Target="slide21.xml"/><Relationship Id="rId3" Type="http://schemas.openxmlformats.org/officeDocument/2006/relationships/image" Target="../media/image1.jpeg"/><Relationship Id="rId21" Type="http://schemas.openxmlformats.org/officeDocument/2006/relationships/image" Target="../media/image33.png"/><Relationship Id="rId7" Type="http://schemas.openxmlformats.org/officeDocument/2006/relationships/slide" Target="slide25.xml"/><Relationship Id="rId12" Type="http://schemas.openxmlformats.org/officeDocument/2006/relationships/image" Target="../media/image29.png"/><Relationship Id="rId17" Type="http://schemas.openxmlformats.org/officeDocument/2006/relationships/slide" Target="slide35.xml"/><Relationship Id="rId25" Type="http://schemas.openxmlformats.org/officeDocument/2006/relationships/slide" Target="slide34.xml"/><Relationship Id="rId2" Type="http://schemas.openxmlformats.org/officeDocument/2006/relationships/slide" Target="slide13.xml"/><Relationship Id="rId16" Type="http://schemas.openxmlformats.org/officeDocument/2006/relationships/image" Target="../media/image31.png"/><Relationship Id="rId20" Type="http://schemas.openxmlformats.org/officeDocument/2006/relationships/slide" Target="slide19.xml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slide" Target="slide18.xml"/><Relationship Id="rId24" Type="http://schemas.openxmlformats.org/officeDocument/2006/relationships/image" Target="../media/image34.png"/><Relationship Id="rId5" Type="http://schemas.openxmlformats.org/officeDocument/2006/relationships/slide" Target="slide23.xml"/><Relationship Id="rId15" Type="http://schemas.openxmlformats.org/officeDocument/2006/relationships/slide" Target="slide41.xml"/><Relationship Id="rId23" Type="http://schemas.openxmlformats.org/officeDocument/2006/relationships/slide" Target="slide20.xml"/><Relationship Id="rId28" Type="http://schemas.openxmlformats.org/officeDocument/2006/relationships/slide" Target="slide36.xml"/><Relationship Id="rId10" Type="http://schemas.openxmlformats.org/officeDocument/2006/relationships/slide" Target="slide37.xml"/><Relationship Id="rId19" Type="http://schemas.openxmlformats.org/officeDocument/2006/relationships/slide" Target="slide38.xml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image" Target="../media/image30.png"/><Relationship Id="rId22" Type="http://schemas.openxmlformats.org/officeDocument/2006/relationships/slide" Target="slide39.xml"/><Relationship Id="rId27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image" Target="../media/image30.png"/><Relationship Id="rId18" Type="http://schemas.openxmlformats.org/officeDocument/2006/relationships/slide" Target="slide38.xml"/><Relationship Id="rId26" Type="http://schemas.openxmlformats.org/officeDocument/2006/relationships/image" Target="../media/image35.png"/><Relationship Id="rId3" Type="http://schemas.openxmlformats.org/officeDocument/2006/relationships/image" Target="../media/image1.jpeg"/><Relationship Id="rId21" Type="http://schemas.openxmlformats.org/officeDocument/2006/relationships/slide" Target="slide39.xml"/><Relationship Id="rId7" Type="http://schemas.openxmlformats.org/officeDocument/2006/relationships/slide" Target="slide25.xml"/><Relationship Id="rId12" Type="http://schemas.openxmlformats.org/officeDocument/2006/relationships/slide" Target="slide40.xml"/><Relationship Id="rId17" Type="http://schemas.openxmlformats.org/officeDocument/2006/relationships/image" Target="../media/image32.png"/><Relationship Id="rId25" Type="http://schemas.openxmlformats.org/officeDocument/2006/relationships/slide" Target="slide21.xml"/><Relationship Id="rId2" Type="http://schemas.openxmlformats.org/officeDocument/2006/relationships/slide" Target="slide13.xml"/><Relationship Id="rId16" Type="http://schemas.openxmlformats.org/officeDocument/2006/relationships/slide" Target="slide35.xml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24" Type="http://schemas.openxmlformats.org/officeDocument/2006/relationships/slide" Target="slide34.xml"/><Relationship Id="rId5" Type="http://schemas.openxmlformats.org/officeDocument/2006/relationships/slide" Target="slide23.xml"/><Relationship Id="rId15" Type="http://schemas.openxmlformats.org/officeDocument/2006/relationships/image" Target="../media/image31.png"/><Relationship Id="rId23" Type="http://schemas.openxmlformats.org/officeDocument/2006/relationships/image" Target="../media/image34.png"/><Relationship Id="rId28" Type="http://schemas.openxmlformats.org/officeDocument/2006/relationships/image" Target="../media/image29.png"/><Relationship Id="rId10" Type="http://schemas.openxmlformats.org/officeDocument/2006/relationships/slide" Target="slide36.xml"/><Relationship Id="rId19" Type="http://schemas.openxmlformats.org/officeDocument/2006/relationships/slide" Target="slide19.xml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41.xml"/><Relationship Id="rId22" Type="http://schemas.openxmlformats.org/officeDocument/2006/relationships/slide" Target="slide20.xml"/><Relationship Id="rId27" Type="http://schemas.openxmlformats.org/officeDocument/2006/relationships/slide" Target="slide3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image" Target="../media/image29.png"/><Relationship Id="rId18" Type="http://schemas.openxmlformats.org/officeDocument/2006/relationships/slide" Target="slide35.xml"/><Relationship Id="rId26" Type="http://schemas.openxmlformats.org/officeDocument/2006/relationships/slide" Target="slide38.xml"/><Relationship Id="rId3" Type="http://schemas.openxmlformats.org/officeDocument/2006/relationships/image" Target="../media/image1.jpeg"/><Relationship Id="rId21" Type="http://schemas.openxmlformats.org/officeDocument/2006/relationships/slide" Target="slide20.xml"/><Relationship Id="rId7" Type="http://schemas.openxmlformats.org/officeDocument/2006/relationships/slide" Target="slide25.xml"/><Relationship Id="rId12" Type="http://schemas.openxmlformats.org/officeDocument/2006/relationships/slide" Target="slide37.xml"/><Relationship Id="rId17" Type="http://schemas.openxmlformats.org/officeDocument/2006/relationships/image" Target="../media/image31.png"/><Relationship Id="rId25" Type="http://schemas.openxmlformats.org/officeDocument/2006/relationships/image" Target="../media/image35.png"/><Relationship Id="rId2" Type="http://schemas.openxmlformats.org/officeDocument/2006/relationships/slide" Target="slide13.xml"/><Relationship Id="rId16" Type="http://schemas.openxmlformats.org/officeDocument/2006/relationships/slide" Target="slide41.xml"/><Relationship Id="rId20" Type="http://schemas.openxmlformats.org/officeDocument/2006/relationships/slide" Target="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24" Type="http://schemas.openxmlformats.org/officeDocument/2006/relationships/slide" Target="slide21.xml"/><Relationship Id="rId5" Type="http://schemas.openxmlformats.org/officeDocument/2006/relationships/slide" Target="slide23.xml"/><Relationship Id="rId15" Type="http://schemas.openxmlformats.org/officeDocument/2006/relationships/image" Target="../media/image30.png"/><Relationship Id="rId23" Type="http://schemas.openxmlformats.org/officeDocument/2006/relationships/slide" Target="slide34.xml"/><Relationship Id="rId10" Type="http://schemas.openxmlformats.org/officeDocument/2006/relationships/slide" Target="slide36.xml"/><Relationship Id="rId19" Type="http://schemas.openxmlformats.org/officeDocument/2006/relationships/image" Target="../media/image32.png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40.xml"/><Relationship Id="rId22" Type="http://schemas.openxmlformats.org/officeDocument/2006/relationships/image" Target="../media/image34.png"/><Relationship Id="rId27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image" Target="../media/image29.png"/><Relationship Id="rId18" Type="http://schemas.openxmlformats.org/officeDocument/2006/relationships/slide" Target="slide35.xml"/><Relationship Id="rId26" Type="http://schemas.openxmlformats.org/officeDocument/2006/relationships/image" Target="../media/image35.png"/><Relationship Id="rId3" Type="http://schemas.openxmlformats.org/officeDocument/2006/relationships/image" Target="../media/image1.jpeg"/><Relationship Id="rId21" Type="http://schemas.openxmlformats.org/officeDocument/2006/relationships/image" Target="../media/image33.png"/><Relationship Id="rId7" Type="http://schemas.openxmlformats.org/officeDocument/2006/relationships/slide" Target="slide25.xml"/><Relationship Id="rId12" Type="http://schemas.openxmlformats.org/officeDocument/2006/relationships/slide" Target="slide37.xml"/><Relationship Id="rId17" Type="http://schemas.openxmlformats.org/officeDocument/2006/relationships/image" Target="../media/image31.png"/><Relationship Id="rId25" Type="http://schemas.openxmlformats.org/officeDocument/2006/relationships/slide" Target="slide21.xml"/><Relationship Id="rId2" Type="http://schemas.openxmlformats.org/officeDocument/2006/relationships/slide" Target="slide13.xml"/><Relationship Id="rId16" Type="http://schemas.openxmlformats.org/officeDocument/2006/relationships/slide" Target="slide41.xml"/><Relationship Id="rId20" Type="http://schemas.openxmlformats.org/officeDocument/2006/relationships/slide" Target="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24" Type="http://schemas.openxmlformats.org/officeDocument/2006/relationships/slide" Target="slide34.xml"/><Relationship Id="rId5" Type="http://schemas.openxmlformats.org/officeDocument/2006/relationships/slide" Target="slide23.xml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10" Type="http://schemas.openxmlformats.org/officeDocument/2006/relationships/slide" Target="slide36.xml"/><Relationship Id="rId19" Type="http://schemas.openxmlformats.org/officeDocument/2006/relationships/image" Target="../media/image32.png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40.xml"/><Relationship Id="rId22" Type="http://schemas.openxmlformats.org/officeDocument/2006/relationships/slide" Target="slide3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image" Target="../media/image29.png"/><Relationship Id="rId18" Type="http://schemas.openxmlformats.org/officeDocument/2006/relationships/slide" Target="slide35.xml"/><Relationship Id="rId3" Type="http://schemas.openxmlformats.org/officeDocument/2006/relationships/image" Target="../media/image1.jpeg"/><Relationship Id="rId21" Type="http://schemas.openxmlformats.org/officeDocument/2006/relationships/image" Target="../media/image33.png"/><Relationship Id="rId7" Type="http://schemas.openxmlformats.org/officeDocument/2006/relationships/slide" Target="slide25.xml"/><Relationship Id="rId12" Type="http://schemas.openxmlformats.org/officeDocument/2006/relationships/slide" Target="slide37.xml"/><Relationship Id="rId17" Type="http://schemas.openxmlformats.org/officeDocument/2006/relationships/image" Target="../media/image31.png"/><Relationship Id="rId25" Type="http://schemas.openxmlformats.org/officeDocument/2006/relationships/image" Target="../media/image35.png"/><Relationship Id="rId2" Type="http://schemas.openxmlformats.org/officeDocument/2006/relationships/slide" Target="slide13.xml"/><Relationship Id="rId16" Type="http://schemas.openxmlformats.org/officeDocument/2006/relationships/slide" Target="slide41.xml"/><Relationship Id="rId20" Type="http://schemas.openxmlformats.org/officeDocument/2006/relationships/slide" Target="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28.png"/><Relationship Id="rId24" Type="http://schemas.openxmlformats.org/officeDocument/2006/relationships/slide" Target="slide34.xml"/><Relationship Id="rId5" Type="http://schemas.openxmlformats.org/officeDocument/2006/relationships/slide" Target="slide23.xml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10" Type="http://schemas.openxmlformats.org/officeDocument/2006/relationships/slide" Target="slide36.xml"/><Relationship Id="rId19" Type="http://schemas.openxmlformats.org/officeDocument/2006/relationships/image" Target="../media/image32.png"/><Relationship Id="rId4" Type="http://schemas.openxmlformats.org/officeDocument/2006/relationships/slide" Target="slide24.xml"/><Relationship Id="rId9" Type="http://schemas.openxmlformats.org/officeDocument/2006/relationships/image" Target="../media/image27.png"/><Relationship Id="rId14" Type="http://schemas.openxmlformats.org/officeDocument/2006/relationships/slide" Target="slide40.xml"/><Relationship Id="rId22" Type="http://schemas.openxmlformats.org/officeDocument/2006/relationships/slide" Target="slide3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slide" Target="slide40.xml"/><Relationship Id="rId18" Type="http://schemas.openxmlformats.org/officeDocument/2006/relationships/image" Target="../media/image32.png"/><Relationship Id="rId3" Type="http://schemas.openxmlformats.org/officeDocument/2006/relationships/image" Target="../media/image1.jpeg"/><Relationship Id="rId21" Type="http://schemas.openxmlformats.org/officeDocument/2006/relationships/slide" Target="slide39.xml"/><Relationship Id="rId7" Type="http://schemas.openxmlformats.org/officeDocument/2006/relationships/slide" Target="slide25.xml"/><Relationship Id="rId12" Type="http://schemas.openxmlformats.org/officeDocument/2006/relationships/image" Target="../media/image29.png"/><Relationship Id="rId17" Type="http://schemas.openxmlformats.org/officeDocument/2006/relationships/slide" Target="slide35.xml"/><Relationship Id="rId2" Type="http://schemas.openxmlformats.org/officeDocument/2006/relationships/slide" Target="slide13.xml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slide" Target="slide37.xml"/><Relationship Id="rId24" Type="http://schemas.openxmlformats.org/officeDocument/2006/relationships/image" Target="../media/image35.png"/><Relationship Id="rId5" Type="http://schemas.openxmlformats.org/officeDocument/2006/relationships/slide" Target="slide23.xml"/><Relationship Id="rId15" Type="http://schemas.openxmlformats.org/officeDocument/2006/relationships/slide" Target="slide41.xml"/><Relationship Id="rId23" Type="http://schemas.openxmlformats.org/officeDocument/2006/relationships/slide" Target="slide34.xml"/><Relationship Id="rId10" Type="http://schemas.openxmlformats.org/officeDocument/2006/relationships/image" Target="../media/image28.png"/><Relationship Id="rId19" Type="http://schemas.openxmlformats.org/officeDocument/2006/relationships/slide" Target="slide38.xml"/><Relationship Id="rId4" Type="http://schemas.openxmlformats.org/officeDocument/2006/relationships/slide" Target="slide24.xml"/><Relationship Id="rId9" Type="http://schemas.openxmlformats.org/officeDocument/2006/relationships/slide" Target="slide36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13" Type="http://schemas.openxmlformats.org/officeDocument/2006/relationships/image" Target="../media/image30.png"/><Relationship Id="rId18" Type="http://schemas.openxmlformats.org/officeDocument/2006/relationships/slide" Target="slide38.xml"/><Relationship Id="rId3" Type="http://schemas.openxmlformats.org/officeDocument/2006/relationships/image" Target="../media/image1.jpeg"/><Relationship Id="rId21" Type="http://schemas.openxmlformats.org/officeDocument/2006/relationships/image" Target="../media/image34.png"/><Relationship Id="rId7" Type="http://schemas.openxmlformats.org/officeDocument/2006/relationships/image" Target="../media/image27.png"/><Relationship Id="rId12" Type="http://schemas.openxmlformats.org/officeDocument/2006/relationships/slide" Target="slide40.xml"/><Relationship Id="rId17" Type="http://schemas.openxmlformats.org/officeDocument/2006/relationships/image" Target="../media/image32.png"/><Relationship Id="rId2" Type="http://schemas.openxmlformats.org/officeDocument/2006/relationships/slide" Target="slide13.xml"/><Relationship Id="rId16" Type="http://schemas.openxmlformats.org/officeDocument/2006/relationships/slide" Target="slide35.xml"/><Relationship Id="rId20" Type="http://schemas.openxmlformats.org/officeDocument/2006/relationships/slide" Target="slide39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25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23" Type="http://schemas.openxmlformats.org/officeDocument/2006/relationships/image" Target="../media/image35.png"/><Relationship Id="rId10" Type="http://schemas.openxmlformats.org/officeDocument/2006/relationships/slide" Target="slide37.xml"/><Relationship Id="rId19" Type="http://schemas.openxmlformats.org/officeDocument/2006/relationships/image" Target="../media/image33.png"/><Relationship Id="rId4" Type="http://schemas.openxmlformats.org/officeDocument/2006/relationships/slide" Target="slide24.xml"/><Relationship Id="rId9" Type="http://schemas.openxmlformats.org/officeDocument/2006/relationships/image" Target="../media/image28.png"/><Relationship Id="rId14" Type="http://schemas.openxmlformats.org/officeDocument/2006/relationships/slide" Target="slide41.xml"/><Relationship Id="rId22" Type="http://schemas.openxmlformats.org/officeDocument/2006/relationships/slide" Target="slide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slide" Target="slide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slide" Target="slide29.xml"/><Relationship Id="rId2" Type="http://schemas.openxmlformats.org/officeDocument/2006/relationships/slide" Target="slide30.xml"/><Relationship Id="rId16" Type="http://schemas.openxmlformats.org/officeDocument/2006/relationships/slide" Target="slide25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32.xml"/><Relationship Id="rId11" Type="http://schemas.openxmlformats.org/officeDocument/2006/relationships/image" Target="../media/image40.jpe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10" Type="http://schemas.openxmlformats.org/officeDocument/2006/relationships/slide" Target="slide28.xml"/><Relationship Id="rId4" Type="http://schemas.openxmlformats.org/officeDocument/2006/relationships/slide" Target="slide33.xml"/><Relationship Id="rId9" Type="http://schemas.openxmlformats.org/officeDocument/2006/relationships/image" Target="../media/image39.png"/><Relationship Id="rId14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0.jpe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12" Type="http://schemas.openxmlformats.org/officeDocument/2006/relationships/slide" Target="slide28.xml"/><Relationship Id="rId2" Type="http://schemas.openxmlformats.org/officeDocument/2006/relationships/slide" Target="slide26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33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slide" Target="slide31.xml"/><Relationship Id="rId4" Type="http://schemas.openxmlformats.org/officeDocument/2006/relationships/slide" Target="slide30.xml"/><Relationship Id="rId9" Type="http://schemas.openxmlformats.org/officeDocument/2006/relationships/image" Target="../media/image38.png"/><Relationship Id="rId14" Type="http://schemas.openxmlformats.org/officeDocument/2006/relationships/slide" Target="slide2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1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12" Type="http://schemas.openxmlformats.org/officeDocument/2006/relationships/slide" Target="slide29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33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5" Type="http://schemas.openxmlformats.org/officeDocument/2006/relationships/image" Target="../media/image40.jpeg"/><Relationship Id="rId10" Type="http://schemas.openxmlformats.org/officeDocument/2006/relationships/slide" Target="slide31.xml"/><Relationship Id="rId4" Type="http://schemas.openxmlformats.org/officeDocument/2006/relationships/slide" Target="slide30.xml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13" Type="http://schemas.openxmlformats.org/officeDocument/2006/relationships/image" Target="../media/image41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12" Type="http://schemas.openxmlformats.org/officeDocument/2006/relationships/image" Target="../media/image40.jpeg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33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slide" Target="slide31.xml"/><Relationship Id="rId4" Type="http://schemas.openxmlformats.org/officeDocument/2006/relationships/slide" Target="slide30.xml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jpeg"/><Relationship Id="rId7" Type="http://schemas.openxmlformats.org/officeDocument/2006/relationships/slide" Target="slide31.xml"/><Relationship Id="rId12" Type="http://schemas.openxmlformats.org/officeDocument/2006/relationships/image" Target="../media/image36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slide" Target="slide32.xml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1.jpeg"/><Relationship Id="rId7" Type="http://schemas.openxmlformats.org/officeDocument/2006/relationships/image" Target="../media/image39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jpeg"/><Relationship Id="rId7" Type="http://schemas.openxmlformats.org/officeDocument/2006/relationships/image" Target="../media/image40.jpeg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43.jpeg"/><Relationship Id="rId5" Type="http://schemas.openxmlformats.org/officeDocument/2006/relationships/image" Target="../media/image37.png"/><Relationship Id="rId10" Type="http://schemas.openxmlformats.org/officeDocument/2006/relationships/image" Target="../media/image38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jpeg"/><Relationship Id="rId7" Type="http://schemas.openxmlformats.org/officeDocument/2006/relationships/image" Target="../media/image40.jpeg"/><Relationship Id="rId2" Type="http://schemas.openxmlformats.org/officeDocument/2006/relationships/slide" Target="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44.jpeg"/><Relationship Id="rId5" Type="http://schemas.openxmlformats.org/officeDocument/2006/relationships/image" Target="../media/image38.png"/><Relationship Id="rId10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4" Type="http://schemas.openxmlformats.org/officeDocument/2006/relationships/slide" Target="slide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es-es/foto/figura-de-esqueleto-humano-sentado-frente-a-la-computadora-463684/" TargetMode="External"/><Relationship Id="rId2" Type="http://schemas.openxmlformats.org/officeDocument/2006/relationships/hyperlink" Target="https://www.pexels.com/es-es/foto/placa-base-de-computadora-negra-y-roja-239984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xataka.com/especiales/mega-guia-discos-duros-ssd-tipos-tecnologia-como-elegir-mejor-para-nuestro-pc" TargetMode="External"/><Relationship Id="rId5" Type="http://schemas.openxmlformats.org/officeDocument/2006/relationships/hyperlink" Target="https://www.info-computer.com/blog/que-tipos-de-placa-base-existen.html" TargetMode="External"/><Relationship Id="rId4" Type="http://schemas.openxmlformats.org/officeDocument/2006/relationships/hyperlink" Target="https://i0.wp.com/imgs.hipertextual.com/wp-content/uploads/2021/07/IBM-PX-XT-Color-PC.jpeg?fit=2560%2C1924&amp;quality=70&amp;strip=all&amp;ssl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Carrera de Ciencias de la Computación se dictará en Campus San Miguel -  Noticias UPC">
            <a:extLst>
              <a:ext uri="{FF2B5EF4-FFF2-40B4-BE49-F238E27FC236}">
                <a16:creationId xmlns:a16="http://schemas.microsoft.com/office/drawing/2014/main" id="{8F8D80E8-420B-4DB4-6BD1-048921F850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99" t="6466" r="930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DD7129-76EA-4BBF-8649-C98DAEA24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2888817"/>
            <a:ext cx="4496723" cy="143768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b">
            <a:normAutofit/>
          </a:bodyPr>
          <a:lstStyle/>
          <a:p>
            <a:pPr algn="l"/>
            <a:r>
              <a:rPr lang="es-ES" sz="4800" dirty="0">
                <a:solidFill>
                  <a:schemeClr val="bg1"/>
                </a:solidFill>
                <a:latin typeface="Bahnschrift"/>
                <a:cs typeface="Calibri Light"/>
              </a:rPr>
              <a:t>En el interior del PC</a:t>
            </a:r>
            <a:endParaRPr lang="es-ES" sz="4800" dirty="0">
              <a:solidFill>
                <a:schemeClr val="bg1"/>
              </a:solidFill>
              <a:latin typeface="Bahnschrif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C983E9-AC57-C21A-8C88-E9DAAD9D3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6722" cy="51541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sz="2000" dirty="0">
                <a:solidFill>
                  <a:schemeClr val="bg1"/>
                </a:solidFill>
                <a:cs typeface="Calibri"/>
              </a:rPr>
              <a:t>Darío Nieto Lorente – FH – ASIR1 – 2025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344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8B5FA-537C-EFAD-442F-13BD75EE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6" name="Vista general de resumen 5">
                <a:extLst>
                  <a:ext uri="{FF2B5EF4-FFF2-40B4-BE49-F238E27FC236}">
                    <a16:creationId xmlns:a16="http://schemas.microsoft.com/office/drawing/2014/main" id="{F0B03C46-7EB2-C089-2038-9FC4ADA38A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9620363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9842DF83-302A-4555-BE5E-9311529BC17F}">
                    <psuz:zmPr id="{7C3778A9-E44E-4735-887F-F92CF9FD4FBF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0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07C68FD-E37E-46BD-A2E5-0D122E216846}">
                    <psuz:zmPr id="{EB24A681-C984-4DE1-8E5E-B810AB01AB3B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47608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6669AC5-3CAF-4F76-A3F3-F8C1B88582F1}">
                    <psuz:zmPr id="{ABF1757C-0156-4B04-8D18-9EC8E6215B4E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11396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2C6EA49-7ED7-4604-BB2E-8694F6E86977}">
                    <psuz:zmPr id="{84329D7B-14B1-4C42-BB6B-E5279C4EF04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275184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C325A6D-BF45-4512-8C7B-FA4E6ADD915A}">
                    <psuz:zmPr id="{AD2D21A7-82A8-4769-A96E-0A72543116C9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238972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58ECD57-01B5-4E6A-9580-CFE4CE1D97D6}">
                    <psuz:zmPr id="{790C7E75-069C-4E80-8E05-D02FF3366DC6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0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53ACDBB-B72A-4629-AF41-CAB71AB5100C}">
                    <psuz:zmPr id="{3E6EB5B2-28EC-4DC5-9728-63322C99D499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47608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98B39B4-5B48-486A-8EB2-0272C30DC3E2}">
                    <psuz:zmPr id="{2DC42251-A9A2-43DE-91B9-E2CD29A4AB03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11396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6E5A7D6-9F24-46FA-BC25-CA655BAFF804}">
                    <psuz:zmPr id="{3654AE2C-F533-4062-8A3F-5802C7951EC7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275184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92F2D17-430A-4202-9607-098DD98EEA62}">
                    <psuz:zmPr id="{EEEB8D47-8EE5-4B32-8C8C-30C2C02ADC15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238972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FFD5E1A-01FC-4164-A184-6A565DB73ABB}">
                    <psuz:zmPr id="{C6B839DE-EF11-42EB-8F98-42CCDBAA1B93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0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D82A0D4-EBEF-42DC-9AA4-67A8CDE888E4}">
                    <psuz:zmPr id="{F77B71C0-5284-403F-AAEE-BF4E0FC53E12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47608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9E3E17A-683A-43EF-8747-BDA61ED9BD7C}">
                    <psuz:zmPr id="{1FFFC35E-878A-405C-9080-E8B1480F995C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11396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279D503-25E8-4675-874A-0A9D47025B56}">
                    <psuz:zmPr id="{C9C78835-7426-445E-9213-9AA9DB9C80CA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275184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6" name="Vista general de resumen 5">
                <a:extLst>
                  <a:ext uri="{FF2B5EF4-FFF2-40B4-BE49-F238E27FC236}">
                    <a16:creationId xmlns:a16="http://schemas.microsoft.com/office/drawing/2014/main" id="{F0B03C46-7EB2-C089-2038-9FC4ADA38A33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8" name="Imagen 8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22020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Imagen 9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85808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Imagen 10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49596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Imagen 11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13384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Imagen 12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77172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Imagen 13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2020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Imagen 14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85808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Imagen 15">
                  <a:hlinkClick r:id="rId2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49596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Imagen 16">
                  <a:hlinkClick r:id="rId2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13384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Imagen 17">
                  <a:hlinkClick r:id="rId2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77172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Imagen 18">
                  <a:hlinkClick r:id="rId2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2020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9" name="Imagen 19">
                  <a:hlinkClick r:id="rId2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85808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0" name="Imagen 20">
                  <a:hlinkClick r:id="rId2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9596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1" name="Imagen 21">
                  <a:hlinkClick r:id="rId2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13384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1558330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" y="0"/>
            <a:ext cx="6344819" cy="2312636"/>
          </a:xfrm>
        </p:spPr>
        <p:txBody>
          <a:bodyPr anchor="ctr">
            <a:normAutofit/>
          </a:bodyPr>
          <a:lstStyle/>
          <a:p>
            <a:r>
              <a:rPr lang="es-ES" sz="4000" dirty="0">
                <a:cs typeface="Calibri Light"/>
              </a:rPr>
              <a:t>¿Para qué utilizamos el PC?</a:t>
            </a:r>
            <a:endParaRPr lang="es-ES" sz="4000" dirty="0"/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8C0390D-3F8D-8D30-C85D-B22F2C8FB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2636"/>
            <a:ext cx="5888623" cy="45453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b="1" u="sng" dirty="0"/>
              <a:t>Potencia y simplicidad en una sola herramienta:</a:t>
            </a:r>
          </a:p>
          <a:p>
            <a:pPr lvl="1"/>
            <a:r>
              <a:rPr lang="es-ES" sz="1600" b="1" dirty="0"/>
              <a:t>Polivalente (Usuario – Profesional).</a:t>
            </a:r>
          </a:p>
          <a:p>
            <a:pPr lvl="1"/>
            <a:r>
              <a:rPr lang="es-ES" sz="1600" b="1" dirty="0"/>
              <a:t>Uso cotidiano.</a:t>
            </a:r>
          </a:p>
          <a:p>
            <a:pPr lvl="1"/>
            <a:r>
              <a:rPr lang="es-ES" sz="1600" b="1" dirty="0"/>
              <a:t>Gestión avanzada de datos (Gestión empresarial).</a:t>
            </a:r>
          </a:p>
          <a:p>
            <a:pPr lvl="1"/>
            <a:r>
              <a:rPr lang="es-ES" sz="1600" b="1" dirty="0"/>
              <a:t>Cada vez más potentes.</a:t>
            </a:r>
          </a:p>
          <a:p>
            <a:pPr lvl="1"/>
            <a:r>
              <a:rPr lang="es-ES" sz="1600" b="1" dirty="0"/>
              <a:t>A la vez más sencillos (Sistemas operativos intuitivos).</a:t>
            </a:r>
            <a:endParaRPr lang="es-ES" sz="1700" dirty="0"/>
          </a:p>
        </p:txBody>
      </p:sp>
      <p:pic>
        <p:nvPicPr>
          <p:cNvPr id="12" name="Imagen 11" descr="Estatua de una persona&#10;&#10;El contenido generado por IA puede ser incorrecto.">
            <a:extLst>
              <a:ext uri="{FF2B5EF4-FFF2-40B4-BE49-F238E27FC236}">
                <a16:creationId xmlns:a16="http://schemas.microsoft.com/office/drawing/2014/main" id="{3213CCC3-DBC9-805F-544B-73149C5A67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53" r="21572"/>
          <a:stretch/>
        </p:blipFill>
        <p:spPr>
          <a:xfrm>
            <a:off x="6241449" y="383875"/>
            <a:ext cx="5597716" cy="60902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3565803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61650" cy="2312636"/>
          </a:xfrm>
        </p:spPr>
        <p:txBody>
          <a:bodyPr anchor="ctr">
            <a:normAutofit/>
          </a:bodyPr>
          <a:lstStyle/>
          <a:p>
            <a:r>
              <a:rPr lang="es-ES" sz="4000" dirty="0">
                <a:cs typeface="Calibri Light"/>
              </a:rPr>
              <a:t>Personal Computer</a:t>
            </a:r>
            <a:endParaRPr lang="es-ES" sz="4000" dirty="0"/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8C0390D-3F8D-8D30-C85D-B22F2C8FB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45" y="2312636"/>
            <a:ext cx="7715166" cy="45453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s-ES" sz="1600" dirty="0"/>
              <a:t>El ordenador Personal, aunque desciende de los grandes servidores, está diseñado para el uso individual.</a:t>
            </a:r>
          </a:p>
          <a:p>
            <a:pPr marL="0" indent="0" algn="just">
              <a:buNone/>
            </a:pPr>
            <a:r>
              <a:rPr lang="es-ES" sz="1600" u="sng" dirty="0"/>
              <a:t>Piezas fundamentales:</a:t>
            </a:r>
          </a:p>
          <a:p>
            <a:pPr algn="just"/>
            <a:r>
              <a:rPr lang="es-ES" sz="1300" dirty="0"/>
              <a:t>Procesador, memoria, almacenamiento y otros componentes </a:t>
            </a:r>
            <a:r>
              <a:rPr lang="es-ES" sz="1300" dirty="0">
                <a:sym typeface="Wingdings" panose="05000000000000000000" pitchFamily="2" charset="2"/>
              </a:rPr>
              <a:t> P</a:t>
            </a:r>
            <a:r>
              <a:rPr lang="es-ES" sz="1300" dirty="0"/>
              <a:t>laca Base </a:t>
            </a:r>
            <a:r>
              <a:rPr lang="es-ES" sz="1300" dirty="0">
                <a:sym typeface="Wingdings" panose="05000000000000000000" pitchFamily="2" charset="2"/>
              </a:rPr>
              <a:t> Caja.</a:t>
            </a:r>
          </a:p>
          <a:p>
            <a:pPr algn="just"/>
            <a:r>
              <a:rPr lang="es-ES" sz="1300" dirty="0"/>
              <a:t>Esta estructura permite que los distintos elementos trabajen de manera coordinada y eficiente.</a:t>
            </a:r>
          </a:p>
          <a:p>
            <a:pPr marL="0" indent="0" algn="just">
              <a:buNone/>
            </a:pPr>
            <a:r>
              <a:rPr lang="es-ES" sz="1600" u="sng" dirty="0"/>
              <a:t>Niveles tecnológicos:</a:t>
            </a:r>
          </a:p>
          <a:p>
            <a:pPr algn="just"/>
            <a:r>
              <a:rPr lang="es-ES" sz="1300" u="sng" dirty="0"/>
              <a:t>Nivel físico:</a:t>
            </a:r>
            <a:r>
              <a:rPr lang="es-ES" sz="1300" dirty="0"/>
              <a:t> Electrónica básica y conmutadores. Forman la base del hardware.</a:t>
            </a:r>
          </a:p>
          <a:p>
            <a:pPr algn="just"/>
            <a:r>
              <a:rPr lang="es-ES" sz="1300" u="sng" dirty="0"/>
              <a:t>Nivel bajo:</a:t>
            </a:r>
            <a:r>
              <a:rPr lang="es-ES" sz="1300" dirty="0"/>
              <a:t> Código ensamblador y los programas de arranque (</a:t>
            </a:r>
            <a:r>
              <a:rPr lang="es-ES" sz="1300" b="1" dirty="0"/>
              <a:t>BIOS o UEFI</a:t>
            </a:r>
            <a:r>
              <a:rPr lang="es-ES" sz="1300" dirty="0"/>
              <a:t>). Que permiten inicializar el sistema y gestionar el hardware. </a:t>
            </a:r>
          </a:p>
          <a:p>
            <a:pPr algn="just"/>
            <a:r>
              <a:rPr lang="es-ES" sz="1300" u="sng" dirty="0"/>
              <a:t>Nivel intermedio:</a:t>
            </a:r>
            <a:r>
              <a:rPr lang="es-ES" sz="1300" dirty="0"/>
              <a:t> Sistema operativo. Que sirve de puente entre el hardware y las aplicaciones de usuario, gestionando recursos y facilitando la interacción. </a:t>
            </a:r>
          </a:p>
          <a:p>
            <a:pPr algn="just"/>
            <a:r>
              <a:rPr lang="es-ES" sz="1300" u="sng" dirty="0"/>
              <a:t>Nivel alto:</a:t>
            </a:r>
            <a:r>
              <a:rPr lang="es-ES" sz="1300" dirty="0"/>
              <a:t> El usuario utiliza software y aplicaciones que permiten realizar tareas concretas, como escribir documentos, navegar por Internet, diseñar gráficos o comunicarse.</a:t>
            </a:r>
          </a:p>
        </p:txBody>
      </p:sp>
      <p:pic>
        <p:nvPicPr>
          <p:cNvPr id="4" name="Imagen 3" descr="Motor de un vehículo&#10;&#10;El contenido generado por IA puede ser incorrecto.">
            <a:extLst>
              <a:ext uri="{FF2B5EF4-FFF2-40B4-BE49-F238E27FC236}">
                <a16:creationId xmlns:a16="http://schemas.microsoft.com/office/drawing/2014/main" id="{4B13AB5D-4E44-7F47-2748-618A5333CC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11" y="175098"/>
            <a:ext cx="3732517" cy="6507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93130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7165911" cy="2285999"/>
          </a:xfrm>
        </p:spPr>
        <p:txBody>
          <a:bodyPr anchor="ctr">
            <a:normAutofit/>
          </a:bodyPr>
          <a:lstStyle/>
          <a:p>
            <a:r>
              <a:rPr lang="es-ES" sz="4000" dirty="0">
                <a:cs typeface="Calibri Light"/>
              </a:rPr>
              <a:t>Origen del Ordenador Personal</a:t>
            </a:r>
            <a:endParaRPr lang="es-ES" sz="4000" dirty="0"/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8C0390D-3F8D-8D30-C85D-B22F2C8FB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2636"/>
            <a:ext cx="5888623" cy="45453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s-ES" sz="1800" dirty="0"/>
              <a:t>El PC nació en </a:t>
            </a:r>
            <a:r>
              <a:rPr lang="es-ES" sz="1800" b="1" dirty="0"/>
              <a:t>1981</a:t>
            </a:r>
            <a:r>
              <a:rPr lang="es-ES" sz="1800" dirty="0"/>
              <a:t> con el primer modelo de </a:t>
            </a:r>
            <a:r>
              <a:rPr lang="es-ES" sz="1800" b="1" dirty="0"/>
              <a:t>IBM</a:t>
            </a:r>
            <a:r>
              <a:rPr lang="es-ES" sz="1800" dirty="0"/>
              <a:t>.</a:t>
            </a:r>
          </a:p>
          <a:p>
            <a:pPr algn="just"/>
            <a:r>
              <a:rPr lang="es-ES" sz="1800" dirty="0"/>
              <a:t>Su </a:t>
            </a:r>
            <a:r>
              <a:rPr lang="es-ES" sz="1800" b="1" dirty="0"/>
              <a:t>arquitectura abierta</a:t>
            </a:r>
            <a:r>
              <a:rPr lang="es-ES" sz="1800" dirty="0"/>
              <a:t> permitió compatibilidad y rápida expansión.</a:t>
            </a:r>
          </a:p>
          <a:p>
            <a:pPr algn="just"/>
            <a:r>
              <a:rPr lang="es-ES" sz="1800" dirty="0"/>
              <a:t>Pasó de tareas simples a convertirse en el </a:t>
            </a:r>
            <a:r>
              <a:rPr lang="es-ES" sz="1800" b="1" dirty="0"/>
              <a:t>referente de la informática moderna</a:t>
            </a:r>
            <a:r>
              <a:rPr lang="es-ES" sz="1800" dirty="0"/>
              <a:t>.</a:t>
            </a:r>
          </a:p>
          <a:p>
            <a:pPr marL="0" indent="0">
              <a:buNone/>
            </a:pPr>
            <a:endParaRPr lang="es-ES" sz="1700" dirty="0"/>
          </a:p>
        </p:txBody>
      </p:sp>
      <p:pic>
        <p:nvPicPr>
          <p:cNvPr id="4" name="Imagen 3" descr="Reloj en lo alto de una computadora&#10;&#10;El contenido generado por IA puede ser incorrecto.">
            <a:extLst>
              <a:ext uri="{FF2B5EF4-FFF2-40B4-BE49-F238E27FC236}">
                <a16:creationId xmlns:a16="http://schemas.microsoft.com/office/drawing/2014/main" id="{1AF71CE1-124F-ADA4-1556-E08B580A93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620" y="1257706"/>
            <a:ext cx="5778560" cy="4342588"/>
          </a:xfrm>
          <a:prstGeom prst="roundRect">
            <a:avLst>
              <a:gd name="adj" fmla="val 4254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67130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8" cy="1063691"/>
          </a:xfrm>
        </p:spPr>
        <p:txBody>
          <a:bodyPr anchor="ctr">
            <a:normAutofit/>
          </a:bodyPr>
          <a:lstStyle/>
          <a:p>
            <a:pPr algn="ctr"/>
            <a:r>
              <a:rPr lang="es-ES" sz="4000" dirty="0"/>
              <a:t>Unidades de medida</a:t>
            </a:r>
          </a:p>
        </p:txBody>
      </p:sp>
      <p:sp>
        <p:nvSpPr>
          <p:cNvPr id="3" name="Cinta: inclinada hacia arriba 2">
            <a:extLst>
              <a:ext uri="{FF2B5EF4-FFF2-40B4-BE49-F238E27FC236}">
                <a16:creationId xmlns:a16="http://schemas.microsoft.com/office/drawing/2014/main" id="{63FEC1C2-38C0-0FAA-514C-73ABDB81B84E}"/>
              </a:ext>
            </a:extLst>
          </p:cNvPr>
          <p:cNvSpPr/>
          <p:nvPr/>
        </p:nvSpPr>
        <p:spPr>
          <a:xfrm>
            <a:off x="3085708" y="943008"/>
            <a:ext cx="6020580" cy="2845221"/>
          </a:xfrm>
          <a:prstGeom prst="ribbon2">
            <a:avLst>
              <a:gd name="adj1" fmla="val 14143"/>
              <a:gd name="adj2" fmla="val 60848"/>
            </a:avLst>
          </a:prstGeom>
          <a:solidFill>
            <a:srgbClr val="7030A0">
              <a:alpha val="50000"/>
            </a:srgb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u="sng" dirty="0"/>
              <a:t>La información es fundamental:</a:t>
            </a:r>
          </a:p>
          <a:p>
            <a:pPr algn="ctr"/>
            <a:endParaRPr lang="es-ES" sz="1600" b="1" u="sng" dirty="0"/>
          </a:p>
          <a:p>
            <a:pPr algn="ctr"/>
            <a:r>
              <a:rPr lang="es-ES" sz="1600" dirty="0"/>
              <a:t>Ya que todo se basa en procesar y almacenar datos. </a:t>
            </a:r>
          </a:p>
          <a:p>
            <a:pPr algn="ctr"/>
            <a:r>
              <a:rPr lang="es-ES" sz="1600" dirty="0"/>
              <a:t>Por eso es importante entender cómo se mide esa información.</a:t>
            </a:r>
          </a:p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5FC39D2-1D38-263B-3D7C-091CAD6E3BF0}"/>
              </a:ext>
            </a:extLst>
          </p:cNvPr>
          <p:cNvSpPr txBox="1"/>
          <p:nvPr/>
        </p:nvSpPr>
        <p:spPr>
          <a:xfrm>
            <a:off x="3464765" y="4139638"/>
            <a:ext cx="5262465" cy="2585323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sz="1600" dirty="0"/>
              <a:t>La unidad más pequeña de información es el </a:t>
            </a:r>
            <a:r>
              <a:rPr lang="es-ES" sz="1600" b="1" dirty="0"/>
              <a:t>bit (b)</a:t>
            </a:r>
            <a:r>
              <a:rPr lang="es-ES" sz="1600" dirty="0"/>
              <a:t>, que puede representar un 0 o un 1. </a:t>
            </a:r>
          </a:p>
          <a:p>
            <a:pPr algn="just"/>
            <a:endParaRPr lang="es-ES" sz="1600" dirty="0"/>
          </a:p>
          <a:p>
            <a:pPr algn="just"/>
            <a:r>
              <a:rPr lang="es-ES" sz="1600" dirty="0"/>
              <a:t>Ocho bits forman un </a:t>
            </a:r>
            <a:r>
              <a:rPr lang="es-ES" sz="1600" b="1" dirty="0"/>
              <a:t>byte (B)</a:t>
            </a:r>
            <a:r>
              <a:rPr lang="es-ES" sz="1600" dirty="0"/>
              <a:t>, que permite guardar un carácter como una letra o un número. </a:t>
            </a:r>
          </a:p>
          <a:p>
            <a:pPr algn="just"/>
            <a:endParaRPr lang="es-ES" sz="1600" dirty="0"/>
          </a:p>
          <a:p>
            <a:pPr algn="just"/>
            <a:r>
              <a:rPr lang="es-ES" sz="1600" dirty="0"/>
              <a:t>A partir de ahí se usan múltiplos como </a:t>
            </a:r>
            <a:r>
              <a:rPr lang="es-ES" sz="1600" b="1" dirty="0"/>
              <a:t>kilobyte (KB), megabyte (MB), gigabyte (GB) o terabyte (TB)</a:t>
            </a:r>
            <a:r>
              <a:rPr lang="es-ES" sz="1600" dirty="0"/>
              <a:t>, que indican cantidades cada vez mayores de información.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7698557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Un reloj en la noche&#10;&#10;El contenido generado por IA puede ser incorrecto.">
            <a:extLst>
              <a:ext uri="{FF2B5EF4-FFF2-40B4-BE49-F238E27FC236}">
                <a16:creationId xmlns:a16="http://schemas.microsoft.com/office/drawing/2014/main" id="{F58DAA79-FF84-D6E5-56BC-0E57A0EA0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08" y="2589094"/>
            <a:ext cx="4976721" cy="331781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8" cy="2285999"/>
          </a:xfrm>
        </p:spPr>
        <p:txBody>
          <a:bodyPr anchor="ctr">
            <a:normAutofit/>
          </a:bodyPr>
          <a:lstStyle/>
          <a:p>
            <a:pPr algn="ctr"/>
            <a:r>
              <a:rPr lang="es-ES" sz="4000" dirty="0"/>
              <a:t>GB vs GiB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Marcador de contenido 2">
                <a:extLst>
                  <a:ext uri="{FF2B5EF4-FFF2-40B4-BE49-F238E27FC236}">
                    <a16:creationId xmlns:a16="http://schemas.microsoft.com/office/drawing/2014/main" id="{08C0390D-3F8D-8D30-C85D-B22F2C8FBB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371" y="2940565"/>
                <a:ext cx="6523653" cy="2614872"/>
              </a:xfrm>
              <a:solidFill>
                <a:srgbClr val="EB09D0">
                  <a:alpha val="49804"/>
                </a:srgbClr>
              </a:solid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ES" sz="1600" u="sng" dirty="0"/>
                  <a:t>Existe una diferencia entre el </a:t>
                </a:r>
                <a:r>
                  <a:rPr lang="es-ES" sz="1600" b="1" u="sng" dirty="0"/>
                  <a:t>gigabyte (GB)</a:t>
                </a:r>
                <a:r>
                  <a:rPr lang="es-ES" sz="1600" u="sng" dirty="0"/>
                  <a:t> y el </a:t>
                </a:r>
                <a:r>
                  <a:rPr lang="es-ES" sz="1600" b="1" u="sng" dirty="0"/>
                  <a:t>gibibyte (GiB)</a:t>
                </a:r>
                <a:r>
                  <a:rPr lang="es-ES" sz="1600" u="sng" dirty="0"/>
                  <a:t>:</a:t>
                </a:r>
              </a:p>
              <a:p>
                <a:pPr marL="0" indent="0" algn="just">
                  <a:buNone/>
                </a:pPr>
                <a:r>
                  <a:rPr lang="es-ES" sz="1600" dirty="0"/>
                  <a:t>El GB usa el sistema decimal: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𝐺𝐵</m:t>
                    </m:r>
                    <m:r>
                      <a:rPr lang="es-E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e>
                      <m:sup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ES" sz="1600" dirty="0"/>
                  <a:t>bytes.</a:t>
                </a:r>
              </a:p>
              <a:p>
                <a:pPr marL="0" indent="0" algn="just">
                  <a:buNone/>
                </a:pPr>
                <a:r>
                  <a:rPr lang="es-ES" sz="1600" dirty="0"/>
                  <a:t>El GiB usa el sistema binario: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𝐺𝑖𝐵</m:t>
                    </m:r>
                    <m:r>
                      <a:rPr lang="es-E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e>
                      <m:sup>
                        <m:r>
                          <a:rPr lang="es-ES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ES" sz="1600" dirty="0"/>
                  <a:t>bytes.</a:t>
                </a:r>
              </a:p>
              <a:p>
                <a:pPr marL="0" indent="0" algn="just">
                  <a:buNone/>
                </a:pPr>
                <a:r>
                  <a:rPr lang="es-ES" sz="1600" dirty="0"/>
                  <a:t>Un GiB equivale a algo más que un GB, y esta diferencia explica por qué, por ejemplo, un disco duro muestra menos capacidad en el ordenador que la indicada por el fabricante.</a:t>
                </a:r>
              </a:p>
            </p:txBody>
          </p:sp>
        </mc:Choice>
        <mc:Fallback>
          <p:sp>
            <p:nvSpPr>
              <p:cNvPr id="25" name="Marcador de contenido 2">
                <a:extLst>
                  <a:ext uri="{FF2B5EF4-FFF2-40B4-BE49-F238E27FC236}">
                    <a16:creationId xmlns:a16="http://schemas.microsoft.com/office/drawing/2014/main" id="{08C0390D-3F8D-8D30-C85D-B22F2C8FBB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371" y="2940565"/>
                <a:ext cx="6523653" cy="2614872"/>
              </a:xfr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3590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8" cy="2285999"/>
          </a:xfrm>
        </p:spPr>
        <p:txBody>
          <a:bodyPr anchor="ctr">
            <a:normAutofit/>
          </a:bodyPr>
          <a:lstStyle/>
          <a:p>
            <a:pPr algn="ctr"/>
            <a:r>
              <a:rPr lang="es-ES" sz="4000" dirty="0">
                <a:cs typeface="Calibri Light"/>
              </a:rPr>
              <a:t>Transmisión</a:t>
            </a:r>
            <a:endParaRPr lang="es-ES" sz="4000" dirty="0"/>
          </a:p>
        </p:txBody>
      </p:sp>
      <p:sp>
        <p:nvSpPr>
          <p:cNvPr id="10" name="Decágono 9">
            <a:extLst>
              <a:ext uri="{FF2B5EF4-FFF2-40B4-BE49-F238E27FC236}">
                <a16:creationId xmlns:a16="http://schemas.microsoft.com/office/drawing/2014/main" id="{97F86E54-FDD6-8F8E-3512-C3A7AD605511}"/>
              </a:ext>
            </a:extLst>
          </p:cNvPr>
          <p:cNvSpPr/>
          <p:nvPr/>
        </p:nvSpPr>
        <p:spPr>
          <a:xfrm>
            <a:off x="3853212" y="2285998"/>
            <a:ext cx="1679511" cy="1143002"/>
          </a:xfrm>
          <a:prstGeom prst="decagon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Definición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4EB8E75B-8F64-0937-B04C-75771C4B0A34}"/>
              </a:ext>
            </a:extLst>
          </p:cNvPr>
          <p:cNvSpPr/>
          <p:nvPr/>
        </p:nvSpPr>
        <p:spPr>
          <a:xfrm>
            <a:off x="5570864" y="2637097"/>
            <a:ext cx="838937" cy="494523"/>
          </a:xfrm>
          <a:prstGeom prst="rightArrow">
            <a:avLst/>
          </a:prstGeom>
          <a:solidFill>
            <a:schemeClr val="dk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 doblada 12">
            <a:extLst>
              <a:ext uri="{FF2B5EF4-FFF2-40B4-BE49-F238E27FC236}">
                <a16:creationId xmlns:a16="http://schemas.microsoft.com/office/drawing/2014/main" id="{5417B130-7055-5281-C7E8-8535F7628859}"/>
              </a:ext>
            </a:extLst>
          </p:cNvPr>
          <p:cNvSpPr/>
          <p:nvPr/>
        </p:nvSpPr>
        <p:spPr>
          <a:xfrm>
            <a:off x="6600341" y="2369495"/>
            <a:ext cx="1922106" cy="1143002"/>
          </a:xfrm>
          <a:prstGeom prst="foldedCorner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ym typeface="Wingdings" panose="05000000000000000000" pitchFamily="2" charset="2"/>
              </a:rPr>
              <a:t>E</a:t>
            </a:r>
            <a:r>
              <a:rPr lang="es-ES" dirty="0"/>
              <a:t>nvío de información entre los dispositivos.</a:t>
            </a:r>
          </a:p>
        </p:txBody>
      </p:sp>
      <p:sp>
        <p:nvSpPr>
          <p:cNvPr id="14" name="Decágono 13">
            <a:extLst>
              <a:ext uri="{FF2B5EF4-FFF2-40B4-BE49-F238E27FC236}">
                <a16:creationId xmlns:a16="http://schemas.microsoft.com/office/drawing/2014/main" id="{A8F55FA1-3326-9571-6AF2-F520989B9D3E}"/>
              </a:ext>
            </a:extLst>
          </p:cNvPr>
          <p:cNvSpPr/>
          <p:nvPr/>
        </p:nvSpPr>
        <p:spPr>
          <a:xfrm>
            <a:off x="3853208" y="3683658"/>
            <a:ext cx="1679511" cy="1143002"/>
          </a:xfrm>
          <a:prstGeom prst="decagon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Objetivo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15BBAE9-28DC-9770-F886-9A7ABCF188AE}"/>
              </a:ext>
            </a:extLst>
          </p:cNvPr>
          <p:cNvSpPr/>
          <p:nvPr/>
        </p:nvSpPr>
        <p:spPr>
          <a:xfrm>
            <a:off x="5570864" y="5595068"/>
            <a:ext cx="838937" cy="494523"/>
          </a:xfrm>
          <a:prstGeom prst="rightArrow">
            <a:avLst/>
          </a:prstGeom>
          <a:solidFill>
            <a:schemeClr val="dk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44D14577-E932-45A6-D324-D28621BBD476}"/>
              </a:ext>
            </a:extLst>
          </p:cNvPr>
          <p:cNvSpPr/>
          <p:nvPr/>
        </p:nvSpPr>
        <p:spPr>
          <a:xfrm>
            <a:off x="5570864" y="4032025"/>
            <a:ext cx="838937" cy="494523"/>
          </a:xfrm>
          <a:prstGeom prst="rightArrow">
            <a:avLst/>
          </a:prstGeom>
          <a:solidFill>
            <a:schemeClr val="dk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 doblada 18">
            <a:extLst>
              <a:ext uri="{FF2B5EF4-FFF2-40B4-BE49-F238E27FC236}">
                <a16:creationId xmlns:a16="http://schemas.microsoft.com/office/drawing/2014/main" id="{3215E62E-FBF2-208D-3DEA-D21A9F59C38B}"/>
              </a:ext>
            </a:extLst>
          </p:cNvPr>
          <p:cNvSpPr/>
          <p:nvPr/>
        </p:nvSpPr>
        <p:spPr>
          <a:xfrm>
            <a:off x="6600341" y="3758580"/>
            <a:ext cx="1922106" cy="1143002"/>
          </a:xfrm>
          <a:prstGeom prst="foldedCorner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ym typeface="Wingdings" panose="05000000000000000000" pitchFamily="2" charset="2"/>
            </a:endParaRPr>
          </a:p>
          <a:p>
            <a:pPr algn="ctr"/>
            <a:r>
              <a:rPr lang="es-ES" dirty="0">
                <a:sym typeface="Wingdings" panose="05000000000000000000" pitchFamily="2" charset="2"/>
              </a:rPr>
              <a:t>M</a:t>
            </a:r>
            <a:r>
              <a:rPr lang="es-ES" dirty="0"/>
              <a:t>over los datos de forma rápida y fiable.</a:t>
            </a:r>
          </a:p>
          <a:p>
            <a:pPr algn="ctr"/>
            <a:endParaRPr lang="es-ES" dirty="0"/>
          </a:p>
        </p:txBody>
      </p:sp>
      <p:sp>
        <p:nvSpPr>
          <p:cNvPr id="20" name="Decágono 19">
            <a:extLst>
              <a:ext uri="{FF2B5EF4-FFF2-40B4-BE49-F238E27FC236}">
                <a16:creationId xmlns:a16="http://schemas.microsoft.com/office/drawing/2014/main" id="{0DAB7529-0E36-534C-C9CB-31314DEB50F8}"/>
              </a:ext>
            </a:extLst>
          </p:cNvPr>
          <p:cNvSpPr/>
          <p:nvPr/>
        </p:nvSpPr>
        <p:spPr>
          <a:xfrm>
            <a:off x="3853207" y="5270829"/>
            <a:ext cx="1679511" cy="1143002"/>
          </a:xfrm>
          <a:prstGeom prst="decagon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 través de </a:t>
            </a:r>
          </a:p>
        </p:txBody>
      </p:sp>
      <p:sp>
        <p:nvSpPr>
          <p:cNvPr id="21" name="Rectángulo: esquina doblada 20">
            <a:extLst>
              <a:ext uri="{FF2B5EF4-FFF2-40B4-BE49-F238E27FC236}">
                <a16:creationId xmlns:a16="http://schemas.microsoft.com/office/drawing/2014/main" id="{46E7130C-C9E3-7ADD-01A9-469F3E9508C6}"/>
              </a:ext>
            </a:extLst>
          </p:cNvPr>
          <p:cNvSpPr/>
          <p:nvPr/>
        </p:nvSpPr>
        <p:spPr>
          <a:xfrm>
            <a:off x="6600340" y="5187331"/>
            <a:ext cx="1922106" cy="1143002"/>
          </a:xfrm>
          <a:prstGeom prst="foldedCorner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softEdge rad="3175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ym typeface="Wingdings" panose="05000000000000000000" pitchFamily="2" charset="2"/>
              </a:rPr>
              <a:t>E</a:t>
            </a:r>
            <a:r>
              <a:rPr lang="es-ES" dirty="0"/>
              <a:t>l medio físico (cables, placas, buses internos).</a:t>
            </a:r>
          </a:p>
        </p:txBody>
      </p:sp>
    </p:spTree>
    <p:extLst>
      <p:ext uri="{BB962C8B-B14F-4D97-AF65-F5344CB8AC3E}">
        <p14:creationId xmlns:p14="http://schemas.microsoft.com/office/powerpoint/2010/main" val="18764256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8" cy="2285999"/>
          </a:xfrm>
        </p:spPr>
        <p:txBody>
          <a:bodyPr anchor="ctr">
            <a:normAutofit/>
          </a:bodyPr>
          <a:lstStyle/>
          <a:p>
            <a:r>
              <a:rPr lang="es-ES" sz="4000" dirty="0">
                <a:cs typeface="Calibri Light"/>
              </a:rPr>
              <a:t>Características de la transmisión</a:t>
            </a:r>
            <a:endParaRPr lang="es-ES" sz="4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AD5D5CD-4C36-FDAC-D0B0-63EC1584A3F8}"/>
              </a:ext>
            </a:extLst>
          </p:cNvPr>
          <p:cNvSpPr txBox="1"/>
          <p:nvPr/>
        </p:nvSpPr>
        <p:spPr>
          <a:xfrm>
            <a:off x="207449" y="2482587"/>
            <a:ext cx="5543201" cy="189282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b="1" u="sng" dirty="0"/>
              <a:t>Tasas de transferencia: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La velocidad de transmisión se mide en </a:t>
            </a:r>
            <a:r>
              <a:rPr lang="es-ES" sz="1400" b="1" dirty="0"/>
              <a:t>tasas de transferencia.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Expresadas en </a:t>
            </a:r>
            <a:r>
              <a:rPr lang="es-ES" sz="1400" b="1" dirty="0"/>
              <a:t>bits por segundo (bps).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También se usa el concepto de </a:t>
            </a:r>
            <a:r>
              <a:rPr lang="es-ES" sz="1400" b="1" dirty="0"/>
              <a:t>ancho de banda</a:t>
            </a:r>
            <a:r>
              <a:rPr lang="es-ES" sz="1400" dirty="0"/>
              <a:t>, que indica la cantidad máxima de datos que pueden circular por un canal en un tiempo determinado.</a:t>
            </a:r>
          </a:p>
          <a:p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FD679D8-955A-6EFA-F0E5-30BA24FAB164}"/>
              </a:ext>
            </a:extLst>
          </p:cNvPr>
          <p:cNvSpPr txBox="1"/>
          <p:nvPr/>
        </p:nvSpPr>
        <p:spPr>
          <a:xfrm>
            <a:off x="5616210" y="4254112"/>
            <a:ext cx="5543201" cy="247760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400" b="1" u="sng" dirty="0"/>
              <a:t>Serie vs paralelo: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La transmisión puede hacerse en: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/>
              <a:t>Serie</a:t>
            </a:r>
            <a:r>
              <a:rPr lang="es-ES" sz="1400" dirty="0"/>
              <a:t>, enviando los bits uno tras otro.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b="1" dirty="0"/>
              <a:t>Paralelo</a:t>
            </a:r>
            <a:r>
              <a:rPr lang="es-ES" sz="1400" dirty="0"/>
              <a:t>, enviando varios a la vez.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Aunque el paralelo parece más rápido, requiere una tecnología compleja para mantener los bits perfectamente sincronizados.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400" dirty="0"/>
              <a:t>Por eso, hoy en día se prefiere la transmisión en </a:t>
            </a:r>
            <a:r>
              <a:rPr lang="es-ES" sz="1400" b="1" dirty="0"/>
              <a:t>serie</a:t>
            </a:r>
            <a:r>
              <a:rPr lang="es-ES" sz="1400" dirty="0"/>
              <a:t>, que resulta más eficiente (ejemplo: USB, SATA, PCIe).</a:t>
            </a:r>
          </a:p>
          <a:p>
            <a:endParaRPr lang="es-ES" dirty="0"/>
          </a:p>
        </p:txBody>
      </p:sp>
      <p:pic>
        <p:nvPicPr>
          <p:cNvPr id="7" name="Imagen 6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4D9B41D9-FFE1-F936-F9D8-05746F4C34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521" b="18235"/>
          <a:stretch/>
        </p:blipFill>
        <p:spPr>
          <a:xfrm>
            <a:off x="859951" y="4784111"/>
            <a:ext cx="3896308" cy="153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630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8" cy="2285999"/>
          </a:xfrm>
        </p:spPr>
        <p:txBody>
          <a:bodyPr anchor="ctr">
            <a:normAutofit/>
          </a:bodyPr>
          <a:lstStyle/>
          <a:p>
            <a:r>
              <a:rPr lang="es-ES" sz="4000" dirty="0"/>
              <a:t>Arquitectura de buses: PCI.</a:t>
            </a: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8C0390D-3F8D-8D30-C85D-B22F2C8FB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542" y="3196084"/>
            <a:ext cx="4951562" cy="2751829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s-ES" sz="1800" b="1" u="sng" dirty="0"/>
              <a:t>Buses y PCI:</a:t>
            </a:r>
          </a:p>
          <a:p>
            <a:pPr marL="0" indent="0" algn="just">
              <a:buNone/>
            </a:pPr>
            <a:r>
              <a:rPr lang="es-ES" sz="1600" dirty="0"/>
              <a:t>Sistema que conecta los distintos componentes de un ordenador, permitiendo que intercambien datos.</a:t>
            </a:r>
          </a:p>
          <a:p>
            <a:pPr marL="0" indent="0" algn="just">
              <a:buNone/>
            </a:pPr>
            <a:r>
              <a:rPr lang="es-ES" sz="1600" dirty="0"/>
              <a:t>Es como la “carretera” por donde circula la información.</a:t>
            </a:r>
            <a:br>
              <a:rPr lang="es-ES" sz="1600" dirty="0"/>
            </a:br>
            <a:endParaRPr lang="es-ES" sz="1600" dirty="0"/>
          </a:p>
          <a:p>
            <a:pPr algn="just"/>
            <a:r>
              <a:rPr lang="es-ES" sz="1600" b="1" dirty="0"/>
              <a:t>PCI (</a:t>
            </a:r>
            <a:r>
              <a:rPr lang="es-ES" sz="1600" b="1" dirty="0" err="1"/>
              <a:t>Peripheral</a:t>
            </a:r>
            <a:r>
              <a:rPr lang="es-ES" sz="1600" b="1" dirty="0"/>
              <a:t> </a:t>
            </a:r>
            <a:r>
              <a:rPr lang="es-ES" sz="1600" b="1" dirty="0" err="1"/>
              <a:t>Component</a:t>
            </a:r>
            <a:r>
              <a:rPr lang="es-ES" sz="1600" b="1" dirty="0"/>
              <a:t> </a:t>
            </a:r>
            <a:r>
              <a:rPr lang="es-ES" sz="1600" b="1" dirty="0" err="1"/>
              <a:t>Interconnect</a:t>
            </a:r>
            <a:r>
              <a:rPr lang="es-ES" sz="1600" b="1" dirty="0"/>
              <a:t>)</a:t>
            </a:r>
            <a:r>
              <a:rPr lang="es-ES" sz="1600" dirty="0"/>
              <a:t>, que permitió conectar tarjetas gráficas, de sonido, de red y otros periféricos directamente a la placa base. </a:t>
            </a:r>
          </a:p>
          <a:p>
            <a:pPr algn="just"/>
            <a:r>
              <a:rPr lang="es-ES" sz="1600" b="1" dirty="0"/>
              <a:t>PCI Express (PCIe)</a:t>
            </a:r>
            <a:r>
              <a:rPr lang="es-ES" sz="1600" dirty="0"/>
              <a:t>, mucho más rápido gracias al uso de transmisión en serie de alta velocidad.</a:t>
            </a:r>
          </a:p>
        </p:txBody>
      </p:sp>
      <p:pic>
        <p:nvPicPr>
          <p:cNvPr id="5" name="Imagen 4" descr="Un circuito electrónico&#10;&#10;El contenido generado por IA puede ser incorrecto.">
            <a:extLst>
              <a:ext uri="{FF2B5EF4-FFF2-40B4-BE49-F238E27FC236}">
                <a16:creationId xmlns:a16="http://schemas.microsoft.com/office/drawing/2014/main" id="{EC46E387-9F71-A8E9-7581-4F1C39EF23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222" y="2379307"/>
            <a:ext cx="5473960" cy="41054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87896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1998" cy="2285999"/>
          </a:xfrm>
        </p:spPr>
        <p:txBody>
          <a:bodyPr anchor="ctr">
            <a:normAutofit/>
          </a:bodyPr>
          <a:lstStyle/>
          <a:p>
            <a:r>
              <a:rPr lang="es-ES" sz="4000" dirty="0"/>
              <a:t>Arquitectura de buses: SDR, DDR y QDR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F87F12-5153-5FC9-CE98-D31239C00210}"/>
              </a:ext>
            </a:extLst>
          </p:cNvPr>
          <p:cNvSpPr txBox="1"/>
          <p:nvPr/>
        </p:nvSpPr>
        <p:spPr>
          <a:xfrm>
            <a:off x="207035" y="2517593"/>
            <a:ext cx="5888966" cy="410881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 algn="ctr">
              <a:spcBef>
                <a:spcPts val="1000"/>
              </a:spcBef>
              <a:buNone/>
            </a:pPr>
            <a:r>
              <a:rPr lang="es-ES" b="1" u="sng" dirty="0"/>
              <a:t>SDR, DDR y QDR:</a:t>
            </a:r>
          </a:p>
          <a:p>
            <a:pPr marL="0" indent="0" algn="just">
              <a:spcBef>
                <a:spcPts val="1000"/>
              </a:spcBef>
              <a:buNone/>
            </a:pPr>
            <a:r>
              <a:rPr lang="es-ES" sz="1400" dirty="0"/>
              <a:t>La forma en que se transmiten los datos a través de los buses o de la memoria depende de la </a:t>
            </a:r>
            <a:r>
              <a:rPr lang="es-ES" sz="1400" b="1" dirty="0"/>
              <a:t>tasa de transferencia por ciclo de reloj</a:t>
            </a:r>
            <a:r>
              <a:rPr lang="es-ES" sz="1400" dirty="0"/>
              <a:t>:</a:t>
            </a:r>
          </a:p>
          <a:p>
            <a:pPr marL="285750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b="1" dirty="0"/>
              <a:t>SDR (Single Data </a:t>
            </a:r>
            <a:r>
              <a:rPr lang="es-ES" sz="1400" b="1" dirty="0" err="1"/>
              <a:t>Rate</a:t>
            </a:r>
            <a:r>
              <a:rPr lang="es-ES" sz="1400" b="1" dirty="0"/>
              <a:t>):</a:t>
            </a:r>
            <a:r>
              <a:rPr lang="es-ES" sz="1400" dirty="0"/>
              <a:t> </a:t>
            </a:r>
          </a:p>
          <a:p>
            <a:pPr marL="742950" lvl="1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dirty="0"/>
              <a:t>Transfiere un dato por cada ciclo de reloj. </a:t>
            </a:r>
          </a:p>
          <a:p>
            <a:pPr marL="285750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b="1" dirty="0"/>
              <a:t>DDR (</a:t>
            </a:r>
            <a:r>
              <a:rPr lang="es-ES" sz="1400" b="1" dirty="0" err="1"/>
              <a:t>Double</a:t>
            </a:r>
            <a:r>
              <a:rPr lang="es-ES" sz="1400" b="1" dirty="0"/>
              <a:t> Data </a:t>
            </a:r>
            <a:r>
              <a:rPr lang="es-ES" sz="1400" b="1" dirty="0" err="1"/>
              <a:t>Rate</a:t>
            </a:r>
            <a:r>
              <a:rPr lang="es-ES" sz="1400" b="1" dirty="0"/>
              <a:t>):</a:t>
            </a:r>
            <a:r>
              <a:rPr lang="es-ES" sz="1400" dirty="0"/>
              <a:t> </a:t>
            </a:r>
          </a:p>
          <a:p>
            <a:pPr marL="742950" lvl="1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dirty="0"/>
              <a:t>Transfiere dos datos por ciclo (subida y bajada de la señal). </a:t>
            </a:r>
          </a:p>
          <a:p>
            <a:pPr marL="742950" lvl="1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dirty="0"/>
              <a:t>Es la tecnología usada en memorias modernas (</a:t>
            </a:r>
            <a:r>
              <a:rPr lang="es-ES" sz="1400" b="1" dirty="0"/>
              <a:t>DDR2, DDR3, DDR4, DDR5</a:t>
            </a:r>
            <a:r>
              <a:rPr lang="es-ES" sz="1400" dirty="0"/>
              <a:t>) y en buses como PCIe.</a:t>
            </a:r>
          </a:p>
          <a:p>
            <a:pPr marL="285750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b="1" dirty="0"/>
              <a:t>QDR (</a:t>
            </a:r>
            <a:r>
              <a:rPr lang="es-ES" sz="1400" b="1" dirty="0" err="1"/>
              <a:t>Quad</a:t>
            </a:r>
            <a:r>
              <a:rPr lang="es-ES" sz="1400" b="1" dirty="0"/>
              <a:t> Data </a:t>
            </a:r>
            <a:r>
              <a:rPr lang="es-ES" sz="1400" b="1" dirty="0" err="1"/>
              <a:t>Rate</a:t>
            </a:r>
            <a:r>
              <a:rPr lang="es-ES" sz="1400" b="1" dirty="0"/>
              <a:t>):</a:t>
            </a:r>
            <a:r>
              <a:rPr lang="es-ES" sz="1400" dirty="0"/>
              <a:t> </a:t>
            </a:r>
          </a:p>
          <a:p>
            <a:pPr marL="742950" lvl="1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dirty="0"/>
              <a:t>Consigue transmitir cuatro datos por ciclo de reloj. </a:t>
            </a:r>
          </a:p>
          <a:p>
            <a:pPr marL="742950" lvl="1" indent="-285750" algn="just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 sz="1400" dirty="0"/>
              <a:t>Se aplica en tecnologías muy rápidas, como memorias caché de alto rendimiento y algunos buses especializados en redes o servidores.</a:t>
            </a:r>
          </a:p>
        </p:txBody>
      </p:sp>
      <p:pic>
        <p:nvPicPr>
          <p:cNvPr id="2050" name="Picture 2" descr="DRAM의 종류 - DDR, LPDDR, HBM, GDDR">
            <a:extLst>
              <a:ext uri="{FF2B5EF4-FFF2-40B4-BE49-F238E27FC236}">
                <a16:creationId xmlns:a16="http://schemas.microsoft.com/office/drawing/2014/main" id="{1EB75D14-55BB-782E-88A8-BBCC84321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037" y="3429000"/>
            <a:ext cx="5652459" cy="2014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4282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7165911" cy="2285999"/>
          </a:xfrm>
        </p:spPr>
        <p:txBody>
          <a:bodyPr anchor="ctr">
            <a:normAutofit/>
          </a:bodyPr>
          <a:lstStyle/>
          <a:p>
            <a:r>
              <a:rPr lang="es-ES" sz="4000" dirty="0">
                <a:cs typeface="Calibri Light"/>
              </a:rPr>
              <a:t>Esquema básico de un PC</a:t>
            </a:r>
            <a:endParaRPr lang="es-ES" sz="4000" dirty="0"/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8C0390D-3F8D-8D30-C85D-B22F2C8FB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2636"/>
            <a:ext cx="5888623" cy="45453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800" dirty="0"/>
              <a:t>Como hemos visto anteriormente, un PC está formado por piezas físicas fundamentales, conocidas como </a:t>
            </a:r>
            <a:r>
              <a:rPr lang="es-ES" sz="1800" b="1" dirty="0"/>
              <a:t>hardware</a:t>
            </a:r>
            <a:r>
              <a:rPr lang="es-ES" sz="1800" dirty="0"/>
              <a:t>.</a:t>
            </a:r>
          </a:p>
          <a:p>
            <a:r>
              <a:rPr lang="es-ES" sz="1800" dirty="0"/>
              <a:t>A continuación, presentamos un esquema de las principales partes de un PC:</a:t>
            </a:r>
          </a:p>
          <a:p>
            <a:pPr lvl="1"/>
            <a:r>
              <a:rPr lang="es-ES" sz="1600" b="1" dirty="0"/>
              <a:t>Caja:</a:t>
            </a:r>
            <a:r>
              <a:rPr lang="es-ES" sz="1600" dirty="0"/>
              <a:t> Aloja todas las piezas y protege los componentes internos.</a:t>
            </a:r>
          </a:p>
          <a:p>
            <a:pPr lvl="1"/>
            <a:r>
              <a:rPr lang="es-ES" sz="1600" b="1" dirty="0"/>
              <a:t>Placa base:</a:t>
            </a:r>
            <a:r>
              <a:rPr lang="es-ES" sz="1600" dirty="0"/>
              <a:t> Organiza y comunica los distintos componentes para garantizar el funcionamiento del equipo.</a:t>
            </a:r>
          </a:p>
          <a:p>
            <a:pPr lvl="1"/>
            <a:r>
              <a:rPr lang="es-ES" sz="1600" b="1" dirty="0"/>
              <a:t>Fuente de alimentación:</a:t>
            </a:r>
            <a:r>
              <a:rPr lang="es-ES" sz="1600" dirty="0"/>
              <a:t> Suministra la energía necesaria a todos los componentes.</a:t>
            </a:r>
          </a:p>
          <a:p>
            <a:pPr lvl="1"/>
            <a:r>
              <a:rPr lang="es-ES" sz="1600" b="1" dirty="0"/>
              <a:t>Periféricos:</a:t>
            </a:r>
            <a:r>
              <a:rPr lang="es-ES" sz="1600" dirty="0"/>
              <a:t> Componentes externos con distintos usos, como teclado, ratón o impresora.</a:t>
            </a:r>
          </a:p>
          <a:p>
            <a:r>
              <a:rPr lang="es-ES" sz="1800" dirty="0"/>
              <a:t>En las siguientes diapositivas, analizaremos </a:t>
            </a:r>
            <a:r>
              <a:rPr lang="es-ES" sz="1800" b="1" dirty="0"/>
              <a:t>cada pieza en mayor detalle</a:t>
            </a:r>
            <a:r>
              <a:rPr lang="es-ES" sz="1800" dirty="0"/>
              <a:t>.</a:t>
            </a:r>
          </a:p>
          <a:p>
            <a:pPr algn="just"/>
            <a:endParaRPr lang="es-ES" sz="1800" dirty="0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E42F6E9-111E-6163-7405-B2AEA9276C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334" y="2818441"/>
            <a:ext cx="4855953" cy="32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482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C784C-B531-4190-9593-86104ED1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7" name="Cinta: inclinada hacia arriba 6">
            <a:extLst>
              <a:ext uri="{FF2B5EF4-FFF2-40B4-BE49-F238E27FC236}">
                <a16:creationId xmlns:a16="http://schemas.microsoft.com/office/drawing/2014/main" id="{B517048C-2F3D-40AD-9C5B-21A18DC3FE94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20" name="Cinta: inclinada hacia arriba 19">
            <a:extLst>
              <a:ext uri="{FF2B5EF4-FFF2-40B4-BE49-F238E27FC236}">
                <a16:creationId xmlns:a16="http://schemas.microsoft.com/office/drawing/2014/main" id="{AFF9DFEF-388F-4EC6-9B78-EE27CE373791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  <p:pic>
        <p:nvPicPr>
          <p:cNvPr id="1032" name="Picture 8" descr="PCSPECIALIST - Configurar a PC en Ekwb O11dynamic de alta gama">
            <a:hlinkClick r:id="rId2" action="ppaction://hlinksldjump"/>
            <a:hlinkHover r:id="rId3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5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8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1" action="ppaction://hlinksldjump"/>
            <a:hlinkHover r:id="rId12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4" action="ppaction://hlinksldjump"/>
            <a:hlinkHover r:id="rId15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835" y="322981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7" action="ppaction://hlinksldjump"/>
            <a:hlinkHover r:id="rId18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20" action="ppaction://hlinksldjump"/>
            <a:hlinkHover r:id="rId21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3" action="ppaction://hlinksldjump"/>
            <a:hlinkHover r:id="rId24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6" action="ppaction://hlinksldjump"/>
            <a:hlinkHover r:id="rId27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9" action="ppaction://hlinksldjump"/>
            <a:hlinkHover r:id="rId30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674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hlinkHover r:id="rId11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3" action="ppaction://hlinksldjump"/>
            <a:hlinkHover r:id="rId14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6" action="ppaction://hlinksldjump"/>
            <a:hlinkHover r:id="rId17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835" y="322981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9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843" y="-44687"/>
            <a:ext cx="2943496" cy="294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21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3" action="ppaction://hlinksldjump"/>
            <a:hlinkHover r:id="rId24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6" action="ppaction://hlinksldjump"/>
            <a:hlinkHover r:id="rId27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9" action="ppaction://hlinksldjump"/>
            <a:hlinkHover r:id="rId30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0E2713B-44CF-1CF2-3F40-39AA035610CF}"/>
              </a:ext>
            </a:extLst>
          </p:cNvPr>
          <p:cNvSpPr/>
          <p:nvPr/>
        </p:nvSpPr>
        <p:spPr>
          <a:xfrm>
            <a:off x="6967947" y="1823062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IMPRESORA Y ESCÁNER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7192F9A-55C2-6764-BCC7-3BF50C28F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B9A63D5D-83E6-E452-4972-2EA431C5D6A7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759321A6-0CC7-F9D8-B182-FBA0D3DEFA4A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2378473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hlinkHover r:id="rId11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3" action="ppaction://hlinksldjump"/>
            <a:hlinkHover r:id="rId14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6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10" y="299945"/>
            <a:ext cx="2984415" cy="256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8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20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2" action="ppaction://hlinksldjump"/>
            <a:hlinkHover r:id="rId23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5" action="ppaction://hlinksldjump"/>
            <a:hlinkHover r:id="rId26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8" action="ppaction://hlinksldjump"/>
            <a:hlinkHover r:id="rId29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73C80E9-59EA-609A-1734-90FBA29118BC}"/>
              </a:ext>
            </a:extLst>
          </p:cNvPr>
          <p:cNvSpPr/>
          <p:nvPr/>
        </p:nvSpPr>
        <p:spPr>
          <a:xfrm>
            <a:off x="6840792" y="2137117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CÁMARA WEB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FF887E3-B441-F91E-C86A-12A40C13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087B8260-9F27-AA67-3745-0B3FCEB508DB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B169505F-C148-CC64-D91A-290CDB941EB6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3206045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hlinkHover r:id="rId11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3" action="ppaction://hlinksldjump"/>
            <a:hlinkHover r:id="rId14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6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8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20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706" y="1659027"/>
            <a:ext cx="3040230" cy="229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2" action="ppaction://hlinksldjump"/>
            <a:hlinkHover r:id="rId23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5" action="ppaction://hlinksldjump"/>
            <a:hlinkHover r:id="rId26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8" action="ppaction://hlinksldjump"/>
            <a:hlinkHover r:id="rId29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90761B2-CC25-0285-5D0A-45812663084F}"/>
              </a:ext>
            </a:extLst>
          </p:cNvPr>
          <p:cNvSpPr/>
          <p:nvPr/>
        </p:nvSpPr>
        <p:spPr>
          <a:xfrm>
            <a:off x="8421832" y="4076835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MONITOR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6D624EA-28C5-FB72-1FB3-58DAC0D9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690" y="1120894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DD03702B-83B2-C452-99D1-D0F313616C65}"/>
              </a:ext>
            </a:extLst>
          </p:cNvPr>
          <p:cNvSpPr/>
          <p:nvPr/>
        </p:nvSpPr>
        <p:spPr>
          <a:xfrm>
            <a:off x="1773532" y="2910756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5F35B6CF-04A4-3379-88CA-8C4D89020A32}"/>
              </a:ext>
            </a:extLst>
          </p:cNvPr>
          <p:cNvSpPr/>
          <p:nvPr/>
        </p:nvSpPr>
        <p:spPr>
          <a:xfrm>
            <a:off x="4991434" y="2906717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3154768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0" action="ppaction://hlinksldjump"/>
            <a:hlinkHover r:id="rId11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3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5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7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19" action="ppaction://hlinksldjump"/>
            <a:hlinkHover r:id="rId20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2" action="ppaction://hlinksldjump"/>
            <a:hlinkHover r:id="rId23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5" action="ppaction://hlinksldjump"/>
            <a:hlinkHover r:id="rId26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28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829" y="3412952"/>
            <a:ext cx="2928774" cy="292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9CC96F-34B4-69DD-83BA-3C4FC1D84264}"/>
              </a:ext>
            </a:extLst>
          </p:cNvPr>
          <p:cNvSpPr/>
          <p:nvPr/>
        </p:nvSpPr>
        <p:spPr>
          <a:xfrm>
            <a:off x="9485699" y="6237294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RATÓN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CB6BEBC-7BE8-AE1C-8C5C-8403C40C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C259934D-841B-CC43-564B-7FE3E9353148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697D9F6B-3F3A-182E-C67F-D23C81D356D0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416191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2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4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6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18" action="ppaction://hlinksldjump"/>
            <a:hlinkHover r:id="rId19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1" action="ppaction://hlinksldjump"/>
            <a:hlinkHover r:id="rId22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4" action="ppaction://hlinksldjump"/>
            <a:hlinkHover r:id="rId25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27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522" y="3958985"/>
            <a:ext cx="2931699" cy="218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DA0DE74-5030-CB6D-ADFC-E105888BF994}"/>
              </a:ext>
            </a:extLst>
          </p:cNvPr>
          <p:cNvSpPr/>
          <p:nvPr/>
        </p:nvSpPr>
        <p:spPr>
          <a:xfrm>
            <a:off x="7771404" y="6148434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TECLADO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0F0C0FE-767F-8BE9-FB3C-BE07E391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AB30C87B-8AAE-C0EB-6BE3-249936EFCDA6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F469802F-D865-7A0F-D941-072F29F881F4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413356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2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4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6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8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0" action="ppaction://hlinksldjump"/>
            <a:hlinkHover r:id="rId21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3" action="ppaction://hlinksldjump"/>
            <a:hlinkHover r:id="rId24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6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69" y="3949938"/>
            <a:ext cx="2525098" cy="252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AD5CA3E-8F0D-0717-6F95-5B23A49D5E23}"/>
              </a:ext>
            </a:extLst>
          </p:cNvPr>
          <p:cNvSpPr/>
          <p:nvPr/>
        </p:nvSpPr>
        <p:spPr>
          <a:xfrm>
            <a:off x="5829889" y="6154322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ALTAVOCES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8114839-C6D1-B79B-784F-5663B28A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4BBFEA5C-52E3-9363-1DDC-4DBC3AD14546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ECB799C1-5446-08D7-7F3E-9771B920B3FD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216865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2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4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6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8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0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2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723239"/>
            <a:ext cx="2652319" cy="265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4" action="ppaction://hlinksldjump"/>
            <a:hlinkHover r:id="rId25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734C271-B268-0F87-09B7-3C23AC426A0D}"/>
              </a:ext>
            </a:extLst>
          </p:cNvPr>
          <p:cNvSpPr/>
          <p:nvPr/>
        </p:nvSpPr>
        <p:spPr>
          <a:xfrm>
            <a:off x="2070363" y="5049398"/>
            <a:ext cx="1978057" cy="57696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AURICULARES Y MICRÓFONO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3278869-EC4F-AD04-DCED-9AE444EE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E1EB619D-8FD6-9306-5EFE-9E1EEDAA9593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88AF4B2F-D6CE-9304-506F-41643F3FD278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3933614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C2AE0DB6-9A41-7DEC-4254-73AB2B803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10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2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4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6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8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20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2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4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051368"/>
            <a:ext cx="2795432" cy="279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D94FB1E-82A2-B806-8D26-CF2E1AF9A77E}"/>
              </a:ext>
            </a:extLst>
          </p:cNvPr>
          <p:cNvSpPr/>
          <p:nvPr/>
        </p:nvSpPr>
        <p:spPr>
          <a:xfrm>
            <a:off x="2502170" y="5882511"/>
            <a:ext cx="1978057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FUENTE DE ALIMENTACIÓN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DEB3DE4-1ECC-6F2D-C868-7A6B8E67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5C24D5C5-48B7-0C9D-2961-033CEB1596E8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8FACABDD-7A70-953C-567D-218066B95CCB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4196846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7D7D4586-62D1-11B4-3AF7-282ABE40B2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62" y="947414"/>
            <a:ext cx="1409814" cy="19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7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2157325" cy="21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9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1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3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5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7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19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1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3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7380B01-D306-7899-96DA-3651FD1B6F0D}"/>
              </a:ext>
            </a:extLst>
          </p:cNvPr>
          <p:cNvSpPr/>
          <p:nvPr/>
        </p:nvSpPr>
        <p:spPr>
          <a:xfrm>
            <a:off x="2597693" y="4602819"/>
            <a:ext cx="1614196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PLACA BASE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B43C641-2E45-1A97-E4D4-04BF7AB7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12D688B7-A635-612D-313B-E6A6EF6F7D9E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A545206F-94AD-3E7B-74F5-979875BE25E3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218286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hlinkHover r:id="rId2" action="ppaction://hlinksldjump"/>
            <a:extLst>
              <a:ext uri="{FF2B5EF4-FFF2-40B4-BE49-F238E27FC236}">
                <a16:creationId xmlns:a16="http://schemas.microsoft.com/office/drawing/2014/main" id="{DEA3D726-B060-5BFE-8029-3B953373EB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PCSPECIALIST - Configurar a PC en Ekwb O11dynamic de alta gam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5462CDAE-312B-4070-97D8-FB73111E9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83" y="714163"/>
            <a:ext cx="1819372" cy="255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gabyte H510m H Placa Base Intel H510 Express Lga 1200 Micr con Ofertas en  Carrefour | Ofertas Carrefour Online">
            <a:hlinkClick r:id="rId6" action="ppaction://hlinksldjump"/>
            <a:extLst>
              <a:ext uri="{FF2B5EF4-FFF2-40B4-BE49-F238E27FC236}">
                <a16:creationId xmlns:a16="http://schemas.microsoft.com/office/drawing/2014/main" id="{2A4E6FF6-2B7F-4628-9383-5ADFB32C1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58" y="3224074"/>
            <a:ext cx="1451727" cy="145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atones gaming Razer: ratones inalámbricos, ratones ergonómicos y mucho  más, diseñados para jugar | Razer España">
            <a:hlinkClick r:id="rId8" action="ppaction://hlinksldjump"/>
            <a:extLst>
              <a:ext uri="{FF2B5EF4-FFF2-40B4-BE49-F238E27FC236}">
                <a16:creationId xmlns:a16="http://schemas.microsoft.com/office/drawing/2014/main" id="{B0C726D2-5A31-4480-8C23-64A87CFF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343" y="4396466"/>
            <a:ext cx="1945260" cy="19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Teclado gaming | Razer Huntsman V2 Tenkeyless (Purple Switch), USB-C,  Retroiluminación Chroma RGB, Negro">
            <a:hlinkClick r:id="rId10" action="ppaction://hlinksldjump"/>
            <a:extLst>
              <a:ext uri="{FF2B5EF4-FFF2-40B4-BE49-F238E27FC236}">
                <a16:creationId xmlns:a16="http://schemas.microsoft.com/office/drawing/2014/main" id="{C10F4D76-D8D4-41AF-BE3D-E3DECA2C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135" y="4589758"/>
            <a:ext cx="2087086" cy="155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itech C922 PRO Cámara Web FULL HD - Grupo Visual Canarias">
            <a:hlinkClick r:id="rId12" action="ppaction://hlinksldjump"/>
            <a:extLst>
              <a:ext uri="{FF2B5EF4-FFF2-40B4-BE49-F238E27FC236}">
                <a16:creationId xmlns:a16="http://schemas.microsoft.com/office/drawing/2014/main" id="{9F945970-0C55-44AD-9E30-D3552B99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9945"/>
            <a:ext cx="2264968" cy="194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presora Canon láser compacta color negro y monocromo - Tonerclass">
            <a:hlinkClick r:id="rId14" action="ppaction://hlinksldjump"/>
            <a:extLst>
              <a:ext uri="{FF2B5EF4-FFF2-40B4-BE49-F238E27FC236}">
                <a16:creationId xmlns:a16="http://schemas.microsoft.com/office/drawing/2014/main" id="{36DC1146-AA18-47AF-89E9-E1276DBC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393" y="-44687"/>
            <a:ext cx="2048945" cy="204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Monitor UHD 4K Dell de 32 pulgadas (SE3223Q): monitores para equipos | Dell  España">
            <a:hlinkClick r:id="rId16" action="ppaction://hlinksldjump"/>
            <a:extLst>
              <a:ext uri="{FF2B5EF4-FFF2-40B4-BE49-F238E27FC236}">
                <a16:creationId xmlns:a16="http://schemas.microsoft.com/office/drawing/2014/main" id="{06534542-198B-4A2F-92D4-FB73404CE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50" y="2377251"/>
            <a:ext cx="2087086" cy="15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ltavoces Bluetooth para Apple iPad 2 | Gsm55">
            <a:hlinkClick r:id="rId18" action="ppaction://hlinksldjump"/>
            <a:extLst>
              <a:ext uri="{FF2B5EF4-FFF2-40B4-BE49-F238E27FC236}">
                <a16:creationId xmlns:a16="http://schemas.microsoft.com/office/drawing/2014/main" id="{CF709746-27E4-4991-878B-04B854EE0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753" y="4761322"/>
            <a:ext cx="1713714" cy="171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uriculares Micro Mars Gaming 7.1 USB Negro - Grupo Visual Canarias">
            <a:hlinkClick r:id="rId20" action="ppaction://hlinksldjump"/>
            <a:extLst>
              <a:ext uri="{FF2B5EF4-FFF2-40B4-BE49-F238E27FC236}">
                <a16:creationId xmlns:a16="http://schemas.microsoft.com/office/drawing/2014/main" id="{FAB9B174-563A-4AAE-909C-C76108A9D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076" y="4278715"/>
            <a:ext cx="2096843" cy="209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Fuente de alimentación MPII850 - Mars Gaming">
            <a:hlinkClick r:id="rId22" action="ppaction://hlinksldjump"/>
            <a:extLst>
              <a:ext uri="{FF2B5EF4-FFF2-40B4-BE49-F238E27FC236}">
                <a16:creationId xmlns:a16="http://schemas.microsoft.com/office/drawing/2014/main" id="{BB1DB982-70C3-4C9E-ADFF-57AA8F85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7" y="4868742"/>
            <a:ext cx="1978058" cy="197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9A2C236-CE39-68A7-D438-3DA35502F750}"/>
              </a:ext>
            </a:extLst>
          </p:cNvPr>
          <p:cNvSpPr/>
          <p:nvPr/>
        </p:nvSpPr>
        <p:spPr>
          <a:xfrm>
            <a:off x="2276670" y="951722"/>
            <a:ext cx="1614196" cy="53184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CARCASA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8B1687F-2DBD-3B4D-0923-FD5DFCC3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976" y="979785"/>
            <a:ext cx="1819373" cy="1507067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9" name="Cinta: inclinada hacia arriba 8">
            <a:extLst>
              <a:ext uri="{FF2B5EF4-FFF2-40B4-BE49-F238E27FC236}">
                <a16:creationId xmlns:a16="http://schemas.microsoft.com/office/drawing/2014/main" id="{9F34BEBE-EBB6-60D4-4699-E469414D22A0}"/>
              </a:ext>
            </a:extLst>
          </p:cNvPr>
          <p:cNvSpPr/>
          <p:nvPr/>
        </p:nvSpPr>
        <p:spPr>
          <a:xfrm>
            <a:off x="2254818" y="2769647"/>
            <a:ext cx="2846897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HARDWARE</a:t>
            </a:r>
          </a:p>
        </p:txBody>
      </p:sp>
      <p:sp>
        <p:nvSpPr>
          <p:cNvPr id="10" name="Cinta: inclinada hacia arriba 9">
            <a:extLst>
              <a:ext uri="{FF2B5EF4-FFF2-40B4-BE49-F238E27FC236}">
                <a16:creationId xmlns:a16="http://schemas.microsoft.com/office/drawing/2014/main" id="{38C5DB66-5629-D11E-6E0C-BBC17F1C1E7E}"/>
              </a:ext>
            </a:extLst>
          </p:cNvPr>
          <p:cNvSpPr/>
          <p:nvPr/>
        </p:nvSpPr>
        <p:spPr>
          <a:xfrm>
            <a:off x="5472720" y="2765608"/>
            <a:ext cx="2856324" cy="1318706"/>
          </a:xfrm>
          <a:prstGeom prst="ribbon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/>
              <a:t>PERIFÉRICOS</a:t>
            </a:r>
          </a:p>
        </p:txBody>
      </p:sp>
    </p:spTree>
    <p:extLst>
      <p:ext uri="{BB962C8B-B14F-4D97-AF65-F5344CB8AC3E}">
        <p14:creationId xmlns:p14="http://schemas.microsoft.com/office/powerpoint/2010/main" val="401450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0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0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7290" y="462417"/>
            <a:ext cx="2817420" cy="1875453"/>
          </a:xfrm>
          <a:prstGeom prst="verticalScroll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s-ES" dirty="0"/>
              <a:t>CARCASA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8"/>
            <a:ext cx="4657725" cy="2563495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Protege los componentes esenciales.</a:t>
            </a:r>
          </a:p>
          <a:p>
            <a:r>
              <a:rPr lang="es-ES" dirty="0"/>
              <a:t>Existen diferentes tamaños.</a:t>
            </a:r>
          </a:p>
          <a:p>
            <a:r>
              <a:rPr lang="es-ES" dirty="0"/>
              <a:t>Se define en su estilo, tamaño y compatibilidad.</a:t>
            </a:r>
          </a:p>
        </p:txBody>
      </p:sp>
      <p:pic>
        <p:nvPicPr>
          <p:cNvPr id="5" name="Picture 8" descr="PCSPECIALIST - Configurar a PC en Ekwb O11dynamic de alta gama">
            <a:extLst>
              <a:ext uri="{FF2B5EF4-FFF2-40B4-BE49-F238E27FC236}">
                <a16:creationId xmlns:a16="http://schemas.microsoft.com/office/drawing/2014/main" id="{B1E27A43-9392-4FF1-AA21-9FD5A6EDB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375" y="1531875"/>
            <a:ext cx="3414645" cy="478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0752AC3-DBCF-428A-980C-B95A561C4193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921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7641" y="369065"/>
            <a:ext cx="3754529" cy="1507067"/>
          </a:xfrm>
          <a:prstGeom prst="ribbon2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PLACA BASE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2004038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Aloja todos los demás componentes</a:t>
            </a:r>
          </a:p>
          <a:p>
            <a:r>
              <a:rPr lang="es-ES" dirty="0">
                <a:solidFill>
                  <a:schemeClr val="lt1"/>
                </a:solidFill>
              </a:rPr>
              <a:t>Existen diferentes modelos, el actual es el ATX.</a:t>
            </a:r>
          </a:p>
        </p:txBody>
      </p:sp>
      <p:pic>
        <p:nvPicPr>
          <p:cNvPr id="6" name="Picture 10" descr="Gigabyte H510m H Placa Base Intel H510 Express Lga 1200 Micr con Ofertas en  Carrefour | Ofertas Carrefour Online">
            <a:extLst>
              <a:ext uri="{FF2B5EF4-FFF2-40B4-BE49-F238E27FC236}">
                <a16:creationId xmlns:a16="http://schemas.microsoft.com/office/drawing/2014/main" id="{B301AD1A-3062-4093-8DC4-B8068100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027" y="2002272"/>
            <a:ext cx="3312392" cy="331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: esquinas redondeadas 1">
            <a:hlinkClick r:id="rId3" action="ppaction://hlinksldjump"/>
            <a:extLst>
              <a:ext uri="{FF2B5EF4-FFF2-40B4-BE49-F238E27FC236}">
                <a16:creationId xmlns:a16="http://schemas.microsoft.com/office/drawing/2014/main" id="{8AEA098A-6FE3-40BD-927A-CA7C62957831}"/>
              </a:ext>
            </a:extLst>
          </p:cNvPr>
          <p:cNvSpPr/>
          <p:nvPr/>
        </p:nvSpPr>
        <p:spPr>
          <a:xfrm>
            <a:off x="1871832" y="5095821"/>
            <a:ext cx="7383332" cy="139311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COMPONENTES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3DF02D0-3918-55F0-1392-DEE0FD60E34B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4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419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432EF-A8A1-6A07-E540-01191476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COMPONENTES PLACA BASE</a:t>
            </a:r>
          </a:p>
        </p:txBody>
      </p:sp>
      <p:pic>
        <p:nvPicPr>
          <p:cNvPr id="2050" name="Picture 2" descr="Disco duro Seagate Skyhaw 1TB">
            <a:hlinkHover r:id="rId2" action="ppaction://hlinksldjump"/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hlinkHover r:id="rId4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6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hlinkHover r:id="rId8" action="ppaction://hlinksldjump"/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hlinkHover r:id="rId10" action="ppaction://hlinksldjump"/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hlinkHover r:id="rId12" action="ppaction://hlinksldjump"/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hlinkHover r:id="rId14" action="ppaction://hlinksldjump"/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: esquina doblada 2">
            <a:hlinkClick r:id="rId16" action="ppaction://hlinksldjump"/>
            <a:hlinkHover r:id="rId16" action="ppaction://hlinksldjump"/>
            <a:extLst>
              <a:ext uri="{FF2B5EF4-FFF2-40B4-BE49-F238E27FC236}">
                <a16:creationId xmlns:a16="http://schemas.microsoft.com/office/drawing/2014/main" id="{5D83091A-B862-4DA1-9D35-0B3AC0576D08}"/>
              </a:ext>
            </a:extLst>
          </p:cNvPr>
          <p:cNvSpPr/>
          <p:nvPr/>
        </p:nvSpPr>
        <p:spPr>
          <a:xfrm>
            <a:off x="498764" y="295564"/>
            <a:ext cx="1355714" cy="1265381"/>
          </a:xfrm>
          <a:prstGeom prst="foldedCorner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PLACA BASE</a:t>
            </a:r>
          </a:p>
        </p:txBody>
      </p:sp>
    </p:spTree>
    <p:extLst>
      <p:ext uri="{BB962C8B-B14F-4D97-AF65-F5344CB8AC3E}">
        <p14:creationId xmlns:p14="http://schemas.microsoft.com/office/powerpoint/2010/main" val="497136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Disco duro Seagate Skyhaw 1TB">
            <a:hlinkHover r:id="rId4" action="ppaction://hlinksldjump"/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hlinkHover r:id="rId6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8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hlinkHover r:id="rId10" action="ppaction://hlinksldjump"/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hlinkHover r:id="rId12" action="ppaction://hlinksldjump"/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hlinkHover r:id="rId14" action="ppaction://hlinksldjump"/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7" t="4142"/>
          <a:stretch/>
        </p:blipFill>
        <p:spPr bwMode="auto">
          <a:xfrm>
            <a:off x="6835030" y="1200727"/>
            <a:ext cx="5191504" cy="573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DFAE158-86DE-431E-B346-546A2B903BFF}"/>
              </a:ext>
            </a:extLst>
          </p:cNvPr>
          <p:cNvSpPr/>
          <p:nvPr/>
        </p:nvSpPr>
        <p:spPr>
          <a:xfrm>
            <a:off x="1380147" y="2209922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Ventilador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8E79D5B-9BD7-455F-8F41-FBADEC8728B7}"/>
              </a:ext>
            </a:extLst>
          </p:cNvPr>
          <p:cNvSpPr txBox="1">
            <a:spLocks/>
          </p:cNvSpPr>
          <p:nvPr/>
        </p:nvSpPr>
        <p:spPr>
          <a:xfrm>
            <a:off x="437721" y="3575683"/>
            <a:ext cx="4965550" cy="30604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El ventilador del procesador se usa para facilitar el flujo de aire.</a:t>
            </a:r>
          </a:p>
          <a:p>
            <a:r>
              <a:rPr lang="es-ES" dirty="0"/>
              <a:t>El ventilador aspira aire frío del entorno y lo empuja sobre los componentes que generan calor, como la CPU y GPU.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9EB6374-0B8F-9622-E3B8-3BCCBE88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21" y="169855"/>
            <a:ext cx="6505481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dirty="0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2504713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Disco duro Seagate Skyhaw 1TB">
            <a:hlinkHover r:id="rId4" action="ppaction://hlinksldjump"/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hlinkHover r:id="rId6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8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hlinkHover r:id="rId10" action="ppaction://hlinksldjump"/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hlinkHover r:id="rId12" action="ppaction://hlinksldjump"/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928" y="2620077"/>
            <a:ext cx="5076956" cy="380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ECED894-0B30-4203-8A7E-87B536C3657A}"/>
              </a:ext>
            </a:extLst>
          </p:cNvPr>
          <p:cNvSpPr/>
          <p:nvPr/>
        </p:nvSpPr>
        <p:spPr>
          <a:xfrm>
            <a:off x="1380147" y="2298122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BIOS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C8ADD702-1DAF-494B-B8A3-CD40E8987AF3}"/>
              </a:ext>
            </a:extLst>
          </p:cNvPr>
          <p:cNvSpPr txBox="1">
            <a:spLocks/>
          </p:cNvSpPr>
          <p:nvPr/>
        </p:nvSpPr>
        <p:spPr>
          <a:xfrm>
            <a:off x="437721" y="3575683"/>
            <a:ext cx="4965550" cy="30604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 El sistema básico de entrada y salida, o BIOS (Basic Input Output System).</a:t>
            </a:r>
          </a:p>
          <a:p>
            <a:r>
              <a:rPr lang="es-ES" dirty="0"/>
              <a:t>Es el primer programa informático que se ejecuta al encender el ordenador. </a:t>
            </a:r>
          </a:p>
          <a:p>
            <a:r>
              <a:rPr lang="es-ES" dirty="0"/>
              <a:t>Se almacena en un chip que está unido a la placa base.</a:t>
            </a:r>
          </a:p>
          <a:p>
            <a:r>
              <a:rPr lang="es-ES" dirty="0"/>
              <a:t>La BIOS se encarga de inicializar y probar todo el hardware del sistema informático.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AD86A1F-EA29-0DDF-DB4A-E3C0EFB5B8A5}"/>
              </a:ext>
            </a:extLst>
          </p:cNvPr>
          <p:cNvSpPr txBox="1">
            <a:spLocks/>
          </p:cNvSpPr>
          <p:nvPr/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6350" cap="flat" cmpd="sng" algn="ctr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3060553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Disco duro Seagate Skyhaw 1TB">
            <a:hlinkHover r:id="rId4" action="ppaction://hlinksldjump"/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hlinkHover r:id="rId6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8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hlinkHover r:id="rId10" action="ppaction://hlinksldjump"/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10313" y="2909455"/>
            <a:ext cx="5839862" cy="374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61AA5B4-0D4B-47C2-8BFE-4C6C8EAAB90B}"/>
              </a:ext>
            </a:extLst>
          </p:cNvPr>
          <p:cNvSpPr/>
          <p:nvPr/>
        </p:nvSpPr>
        <p:spPr>
          <a:xfrm>
            <a:off x="872440" y="2209922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TARJETAS DE EXPANSIÓN DE PUERTOS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5D31F648-2868-4BCC-9E1F-65E9AEA411BE}"/>
              </a:ext>
            </a:extLst>
          </p:cNvPr>
          <p:cNvSpPr txBox="1">
            <a:spLocks/>
          </p:cNvSpPr>
          <p:nvPr/>
        </p:nvSpPr>
        <p:spPr>
          <a:xfrm>
            <a:off x="158769" y="3632050"/>
            <a:ext cx="4965550" cy="30604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Amplían puertos para conexiones de todo tipo.</a:t>
            </a:r>
          </a:p>
          <a:p>
            <a:r>
              <a:rPr lang="es-ES" dirty="0"/>
              <a:t>Pueden ser conexiones externas (USB, HDMI, …)</a:t>
            </a:r>
          </a:p>
          <a:p>
            <a:r>
              <a:rPr lang="es-ES" dirty="0"/>
              <a:t>O internas para añadir componentes a la placa base (PCI-E, AGP, …).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D8D51A9-06DB-6C97-FE75-6520CB65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1940033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63432EF-A8A1-6A07-E540-01191476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  <p:pic>
        <p:nvPicPr>
          <p:cNvPr id="2052" name="Picture 4" descr="AMD Ryzen™ 7 5800X3D | AMD">
            <a:hlinkHover r:id="rId2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5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hlinkHover r:id="rId7" action="ppaction://hlinksldjump"/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sco duro Seagate Skyhaw 1TB"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5772728" y="1825893"/>
            <a:ext cx="2817094" cy="493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33B99A0-E399-4AAA-970E-3D486D8F9895}"/>
              </a:ext>
            </a:extLst>
          </p:cNvPr>
          <p:cNvSpPr/>
          <p:nvPr/>
        </p:nvSpPr>
        <p:spPr>
          <a:xfrm>
            <a:off x="872440" y="2209922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Unidad de almacenamiento HDD o SSD</a:t>
            </a:r>
          </a:p>
        </p:txBody>
      </p:sp>
      <p:sp>
        <p:nvSpPr>
          <p:cNvPr id="14" name="Marcador de contenido 3">
            <a:extLst>
              <a:ext uri="{FF2B5EF4-FFF2-40B4-BE49-F238E27FC236}">
                <a16:creationId xmlns:a16="http://schemas.microsoft.com/office/drawing/2014/main" id="{135D3742-85B9-4EE8-A260-6791C2DC39A7}"/>
              </a:ext>
            </a:extLst>
          </p:cNvPr>
          <p:cNvSpPr txBox="1">
            <a:spLocks/>
          </p:cNvSpPr>
          <p:nvPr/>
        </p:nvSpPr>
        <p:spPr>
          <a:xfrm>
            <a:off x="158769" y="3632050"/>
            <a:ext cx="5388016" cy="30604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Almacenamiento secundario y permanente (no volátil). </a:t>
            </a:r>
          </a:p>
          <a:p>
            <a:r>
              <a:rPr lang="es-ES" dirty="0"/>
              <a:t>Capacidad en GB – TB, cada vez mayor.</a:t>
            </a:r>
          </a:p>
          <a:p>
            <a:r>
              <a:rPr lang="es-ES" dirty="0"/>
              <a:t>Conexión a la placa base: SATA, PCIe, NVMe.</a:t>
            </a:r>
          </a:p>
          <a:p>
            <a:r>
              <a:rPr lang="es-ES" dirty="0"/>
              <a:t>HDD: Platos magnéticos, gran capacidad y bajo coste, pero más lento. </a:t>
            </a:r>
          </a:p>
          <a:p>
            <a:r>
              <a:rPr lang="es-ES" dirty="0"/>
              <a:t>SSD: Memoria flash, mucho más rápido y resistente, aunque más caro por GB.</a:t>
            </a:r>
          </a:p>
        </p:txBody>
      </p:sp>
    </p:spTree>
    <p:extLst>
      <p:ext uri="{BB962C8B-B14F-4D97-AF65-F5344CB8AC3E}">
        <p14:creationId xmlns:p14="http://schemas.microsoft.com/office/powerpoint/2010/main" val="225275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Disco duro Seagate Skyhaw 1TB"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hlinkHover r:id="rId2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2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947095" y="2620077"/>
            <a:ext cx="5996107" cy="413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ED3C25B-E666-427C-918D-ADDE68939AA5}"/>
              </a:ext>
            </a:extLst>
          </p:cNvPr>
          <p:cNvSpPr/>
          <p:nvPr/>
        </p:nvSpPr>
        <p:spPr>
          <a:xfrm>
            <a:off x="7719155" y="1944255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TARJETA GRÁFICA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EC8459D7-DF6B-48F1-B28A-B335FCA5E6BD}"/>
              </a:ext>
            </a:extLst>
          </p:cNvPr>
          <p:cNvSpPr txBox="1">
            <a:spLocks/>
          </p:cNvSpPr>
          <p:nvPr/>
        </p:nvSpPr>
        <p:spPr>
          <a:xfrm>
            <a:off x="6943202" y="3573463"/>
            <a:ext cx="4657725" cy="30604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Componente que procesa gráficos.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Tiene su propia RAM (VRAM) y su propio procesador (GPU).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Debido a su alta tecnología, puede actuar como procesador para inteligencias artificiales.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C6C4D8C-91A9-92E0-C951-CC363FCFC655}"/>
              </a:ext>
            </a:extLst>
          </p:cNvPr>
          <p:cNvSpPr txBox="1">
            <a:spLocks/>
          </p:cNvSpPr>
          <p:nvPr/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6350" cap="flat" cmpd="sng" algn="ctr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3121429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Disco duro Seagate Skyhaw 1TB"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hlinkHover r:id="rId2" action="ppaction://hlinksldjump"/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1" y="1676922"/>
            <a:ext cx="2427514" cy="175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7" t="3142" r="9675" b="8199"/>
          <a:stretch/>
        </p:blipFill>
        <p:spPr bwMode="auto">
          <a:xfrm>
            <a:off x="-38282" y="2822562"/>
            <a:ext cx="5296348" cy="403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AE1AB76-9FBE-402F-9D10-9F1641A0300B}"/>
              </a:ext>
            </a:extLst>
          </p:cNvPr>
          <p:cNvSpPr/>
          <p:nvPr/>
        </p:nvSpPr>
        <p:spPr>
          <a:xfrm>
            <a:off x="6464396" y="1962211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MEMORIA RAM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E50C92A-7FF9-47C8-B036-3F76FE1DB7CD}"/>
              </a:ext>
            </a:extLst>
          </p:cNvPr>
          <p:cNvSpPr txBox="1">
            <a:spLocks/>
          </p:cNvSpPr>
          <p:nvPr/>
        </p:nvSpPr>
        <p:spPr>
          <a:xfrm>
            <a:off x="5750628" y="3591974"/>
            <a:ext cx="4965550" cy="306047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Memoria principal del ordenador, capacidad de 8-128 GB</a:t>
            </a:r>
          </a:p>
          <a:p>
            <a:r>
              <a:rPr lang="es-ES" dirty="0"/>
              <a:t>Se conecta al módulo DIMM de memoria RAM.</a:t>
            </a:r>
          </a:p>
          <a:p>
            <a:r>
              <a:rPr lang="es-ES" dirty="0"/>
              <a:t>Almacena datos intermedios que usará el procesador, es volátil.</a:t>
            </a:r>
          </a:p>
          <a:p>
            <a:r>
              <a:rPr lang="es-ES" dirty="0"/>
              <a:t>Actualmente se usa la tecnología DDR5 (Double Data Rate).</a:t>
            </a:r>
          </a:p>
        </p:txBody>
      </p:sp>
      <p:pic>
        <p:nvPicPr>
          <p:cNvPr id="13" name="Picture 2" descr="Detalle de la memoria ram dimm en una placa base dentro de una pc en una  luz verde | Foto Premium">
            <a:extLst>
              <a:ext uri="{FF2B5EF4-FFF2-40B4-BE49-F238E27FC236}">
                <a16:creationId xmlns:a16="http://schemas.microsoft.com/office/drawing/2014/main" id="{38F5EC36-7A2A-4B6A-A0C1-64F389D93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025" y="3909182"/>
            <a:ext cx="3988278" cy="266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848AFE8-C555-BA71-A638-1F6E8281A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s-ES" dirty="0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1696160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42" presetClass="exit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hlinkClick r:id="rId2" action="ppaction://hlinksldjump"/>
            <a:hlinkHover r:id="rId2" action="ppaction://hlinksldjump"/>
            <a:extLst>
              <a:ext uri="{FF2B5EF4-FFF2-40B4-BE49-F238E27FC236}">
                <a16:creationId xmlns:a16="http://schemas.microsoft.com/office/drawing/2014/main" id="{68E9CEAC-6004-40FE-A631-65CEFFB976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Disco duro Seagate Skyhaw 1TB">
            <a:extLst>
              <a:ext uri="{FF2B5EF4-FFF2-40B4-BE49-F238E27FC236}">
                <a16:creationId xmlns:a16="http://schemas.microsoft.com/office/drawing/2014/main" id="{CE4B138A-4E81-7CE2-A387-A31D4992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1" t="6799" r="24329" b="7114"/>
          <a:stretch/>
        </p:blipFill>
        <p:spPr bwMode="auto">
          <a:xfrm>
            <a:off x="7536874" y="4913745"/>
            <a:ext cx="1052947" cy="184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emoria compatible para Mac | RAM de alto rendimiento | Crucial ES">
            <a:hlinkHover r:id="rId2" action="ppaction://hlinksldjump"/>
            <a:extLst>
              <a:ext uri="{FF2B5EF4-FFF2-40B4-BE49-F238E27FC236}">
                <a16:creationId xmlns:a16="http://schemas.microsoft.com/office/drawing/2014/main" id="{ACAFE7D5-E010-501E-95E5-DE2052E14A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r="9322" b="7349"/>
          <a:stretch/>
        </p:blipFill>
        <p:spPr bwMode="auto">
          <a:xfrm>
            <a:off x="397164" y="4103007"/>
            <a:ext cx="3205017" cy="255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RJETA GRÁFICA MSI RTX 4080 VENTUS 3X OC 16GB GDDR6X Canal Pc Informatica">
            <a:extLst>
              <a:ext uri="{FF2B5EF4-FFF2-40B4-BE49-F238E27FC236}">
                <a16:creationId xmlns:a16="http://schemas.microsoft.com/office/drawing/2014/main" id="{60522A74-E44A-2806-C35B-05E19DB5B6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t="16049" r="1285" b="21773"/>
          <a:stretch/>
        </p:blipFill>
        <p:spPr bwMode="auto">
          <a:xfrm>
            <a:off x="4379383" y="4987993"/>
            <a:ext cx="2563819" cy="176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IOS - Wikipedia, la enciclopedia libre">
            <a:extLst>
              <a:ext uri="{FF2B5EF4-FFF2-40B4-BE49-F238E27FC236}">
                <a16:creationId xmlns:a16="http://schemas.microsoft.com/office/drawing/2014/main" id="{EF80DB5B-E831-CAFA-DDE5-720108E1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370" y="2620077"/>
            <a:ext cx="2427514" cy="18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mprar Tarjeta expansión QNAP dos puertos USB (QXP-10G2U3A)">
            <a:extLst>
              <a:ext uri="{FF2B5EF4-FFF2-40B4-BE49-F238E27FC236}">
                <a16:creationId xmlns:a16="http://schemas.microsoft.com/office/drawing/2014/main" id="{772C8A0D-AAD3-0948-87FC-C65519FEA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2707" y="4694260"/>
            <a:ext cx="3057468" cy="196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Corsair LL140 RGB Negro - Comprar ventilador PC RGB">
            <a:extLst>
              <a:ext uri="{FF2B5EF4-FFF2-40B4-BE49-F238E27FC236}">
                <a16:creationId xmlns:a16="http://schemas.microsoft.com/office/drawing/2014/main" id="{DCE2629D-977C-C47F-F45E-B89DF8A0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079" y="101880"/>
            <a:ext cx="2258096" cy="24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D Ryzen™ 7 5800X3D | AMD">
            <a:extLst>
              <a:ext uri="{FF2B5EF4-FFF2-40B4-BE49-F238E27FC236}">
                <a16:creationId xmlns:a16="http://schemas.microsoft.com/office/drawing/2014/main" id="{03416B9E-EAC7-8654-2217-15B7A678DE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6794" r="15079" b="5099"/>
          <a:stretch/>
        </p:blipFill>
        <p:spPr bwMode="auto">
          <a:xfrm>
            <a:off x="251030" y="1676922"/>
            <a:ext cx="4011147" cy="289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6EA293A-BA43-467E-898A-B43B9E3E0031}"/>
              </a:ext>
            </a:extLst>
          </p:cNvPr>
          <p:cNvSpPr/>
          <p:nvPr/>
        </p:nvSpPr>
        <p:spPr>
          <a:xfrm>
            <a:off x="3566905" y="1817007"/>
            <a:ext cx="3054962" cy="11815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 PROCESADOR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5FD5686D-30C6-4D8F-B6DE-C59E41F8B46E}"/>
              </a:ext>
            </a:extLst>
          </p:cNvPr>
          <p:cNvSpPr txBox="1">
            <a:spLocks/>
          </p:cNvSpPr>
          <p:nvPr/>
        </p:nvSpPr>
        <p:spPr>
          <a:xfrm>
            <a:off x="397164" y="3588588"/>
            <a:ext cx="9108763" cy="297606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También llamado CPU, se conecta a la placa base a través de un socket.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Es el componente encargado de interpretar las instrucciones de los programas y procesar los datos.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Puede tener varios núcleos, que permiten ejecutar tareas en paralelo.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Su rendimiento depende de la frecuencia de reloj (GHz), el número de hilos y la memoria caché.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El consumo energético (TDP) y la tecnología de fabricación (nm) afectan a su eficiencia y temperatura.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Existen diferentes familias y gamas según el fabricante (Intel, AMD), adaptadas a distintos usos.</a:t>
            </a:r>
          </a:p>
        </p:txBody>
      </p:sp>
      <p:pic>
        <p:nvPicPr>
          <p:cNvPr id="13" name="Picture 2" descr="Socket - EcuRed">
            <a:extLst>
              <a:ext uri="{FF2B5EF4-FFF2-40B4-BE49-F238E27FC236}">
                <a16:creationId xmlns:a16="http://schemas.microsoft.com/office/drawing/2014/main" id="{93EC7F91-1BC3-42D0-BD88-F0AEFC91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633" y="3872766"/>
            <a:ext cx="2567169" cy="257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31DAA507-8F5C-008E-655E-45DC8605E6B5}"/>
              </a:ext>
            </a:extLst>
          </p:cNvPr>
          <p:cNvSpPr txBox="1">
            <a:spLocks/>
          </p:cNvSpPr>
          <p:nvPr/>
        </p:nvSpPr>
        <p:spPr>
          <a:xfrm>
            <a:off x="2399921" y="169855"/>
            <a:ext cx="6846715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 w="6350" cap="flat" cmpd="sng" algn="ctr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COMPONENTES PLACA BASE</a:t>
            </a:r>
            <a:endParaRPr lang="es-ES" dirty="0">
              <a:hlinkMouseOver r:id="rId2" action="ppaction://hlinksldjump"/>
            </a:endParaRPr>
          </a:p>
        </p:txBody>
      </p:sp>
    </p:spTree>
    <p:extLst>
      <p:ext uri="{BB962C8B-B14F-4D97-AF65-F5344CB8AC3E}">
        <p14:creationId xmlns:p14="http://schemas.microsoft.com/office/powerpoint/2010/main" val="2247432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7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5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2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25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2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4431276" cy="1702331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FUENTE DE ALIMENTACIÓN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1627520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Suministra energía a los componentes.</a:t>
            </a:r>
          </a:p>
          <a:p>
            <a:r>
              <a:rPr lang="es-ES" dirty="0">
                <a:solidFill>
                  <a:schemeClr val="lt1"/>
                </a:solidFill>
              </a:rPr>
              <a:t>La actual es la ATX.</a:t>
            </a:r>
          </a:p>
          <a:p>
            <a:endParaRPr lang="es-ES" dirty="0">
              <a:solidFill>
                <a:schemeClr val="lt1"/>
              </a:solidFill>
            </a:endParaRPr>
          </a:p>
        </p:txBody>
      </p:sp>
      <p:pic>
        <p:nvPicPr>
          <p:cNvPr id="7" name="Picture 32" descr="Fuente de alimentación MPII850 - Mars Gaming">
            <a:extLst>
              <a:ext uri="{FF2B5EF4-FFF2-40B4-BE49-F238E27FC236}">
                <a16:creationId xmlns:a16="http://schemas.microsoft.com/office/drawing/2014/main" id="{311293EA-70AE-46E1-AF5A-6642F6677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801" y="1383332"/>
            <a:ext cx="5474668" cy="547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D8930E-8C3A-5006-32EE-12B0451C6F71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777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2815214" cy="1507067"/>
          </a:xfrm>
          <a:prstGeom prst="foldedCorner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MONITOR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1627520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Da salida de video.</a:t>
            </a:r>
          </a:p>
          <a:p>
            <a:r>
              <a:rPr lang="es-ES" dirty="0">
                <a:solidFill>
                  <a:schemeClr val="lt1"/>
                </a:solidFill>
              </a:rPr>
              <a:t>Mientras más HZ, mejor calidad.</a:t>
            </a:r>
          </a:p>
          <a:p>
            <a:endParaRPr lang="es-ES" dirty="0">
              <a:solidFill>
                <a:schemeClr val="lt1"/>
              </a:solidFill>
            </a:endParaRPr>
          </a:p>
        </p:txBody>
      </p:sp>
      <p:pic>
        <p:nvPicPr>
          <p:cNvPr id="8" name="Picture 24" descr="Monitor UHD 4K Dell de 32 pulgadas (SE3223Q): monitores para equipos | Dell  España">
            <a:extLst>
              <a:ext uri="{FF2B5EF4-FFF2-40B4-BE49-F238E27FC236}">
                <a16:creationId xmlns:a16="http://schemas.microsoft.com/office/drawing/2014/main" id="{5C6923A7-456D-41E2-9C2F-B59A84328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654" y="2377251"/>
            <a:ext cx="3966282" cy="298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69D74B7-4CA6-9720-4CC9-8FEF70C9C43E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271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2815214" cy="1507067"/>
          </a:xfrm>
          <a:prstGeom prst="flowChartPunchedTap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RATÓN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1627520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/>
          <a:p>
            <a:r>
              <a:rPr lang="es-ES" dirty="0">
                <a:solidFill>
                  <a:schemeClr val="lt1"/>
                </a:solidFill>
              </a:rPr>
              <a:t>Sirve para manejar la interfaz.</a:t>
            </a:r>
          </a:p>
          <a:p>
            <a:r>
              <a:rPr lang="es-ES" dirty="0">
                <a:solidFill>
                  <a:schemeClr val="lt1"/>
                </a:solidFill>
              </a:rPr>
              <a:t>Funciona a través de un sensor óptico.</a:t>
            </a:r>
          </a:p>
          <a:p>
            <a:endParaRPr lang="es-ES" dirty="0">
              <a:solidFill>
                <a:schemeClr val="lt1"/>
              </a:solidFill>
            </a:endParaRPr>
          </a:p>
        </p:txBody>
      </p:sp>
      <p:pic>
        <p:nvPicPr>
          <p:cNvPr id="2" name="Picture 14" descr="Ratones gaming Razer: ratones inalámbricos, ratones ergonómicos y mucho  más, diseñados para jugar | Razer España">
            <a:extLst>
              <a:ext uri="{FF2B5EF4-FFF2-40B4-BE49-F238E27FC236}">
                <a16:creationId xmlns:a16="http://schemas.microsoft.com/office/drawing/2014/main" id="{D1666A37-D4BE-90C0-732D-5547C716D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535" y="1988843"/>
            <a:ext cx="3280611" cy="328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3ADBCA4-B71A-B602-A6AE-E1F28A2A06A7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454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2815214" cy="1507067"/>
          </a:xfrm>
          <a:prstGeom prst="verticalScroll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TECLADO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49" y="2871373"/>
            <a:ext cx="4657725" cy="2381762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Sirve para introducir texto.</a:t>
            </a:r>
          </a:p>
          <a:p>
            <a:r>
              <a:rPr lang="es-ES" dirty="0">
                <a:solidFill>
                  <a:schemeClr val="lt1"/>
                </a:solidFill>
              </a:rPr>
              <a:t>Hay diferentes tipos según el uso y el nivel tecnológico.</a:t>
            </a:r>
          </a:p>
          <a:p>
            <a:pPr lvl="1"/>
            <a:r>
              <a:rPr lang="es-ES" dirty="0"/>
              <a:t>Mecánicos, de membrana, ópticos.</a:t>
            </a:r>
            <a:endParaRPr lang="es-ES" dirty="0">
              <a:solidFill>
                <a:schemeClr val="lt1"/>
              </a:solidFill>
            </a:endParaRPr>
          </a:p>
          <a:p>
            <a:pPr lvl="1"/>
            <a:endParaRPr lang="es-ES" dirty="0">
              <a:solidFill>
                <a:schemeClr val="lt1"/>
              </a:solidFill>
            </a:endParaRPr>
          </a:p>
        </p:txBody>
      </p:sp>
      <p:pic>
        <p:nvPicPr>
          <p:cNvPr id="5" name="Picture 18" descr="Teclado gaming | Razer Huntsman V2 Tenkeyless (Purple Switch), USB-C,  Retroiluminación Chroma RGB, Negro">
            <a:extLst>
              <a:ext uri="{FF2B5EF4-FFF2-40B4-BE49-F238E27FC236}">
                <a16:creationId xmlns:a16="http://schemas.microsoft.com/office/drawing/2014/main" id="{DB70CBA4-25BA-2B0F-8F20-8DD31A0F7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829" y="2155132"/>
            <a:ext cx="3947453" cy="294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E5B52A-426F-45ED-2D1B-16E35BD7F996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528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616" y="320013"/>
            <a:ext cx="5223277" cy="1507067"/>
          </a:xfrm>
          <a:prstGeom prst="ellipseRibbon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ALTAVOCES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2381762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Sirve para dar salida de audio.</a:t>
            </a:r>
          </a:p>
          <a:p>
            <a:r>
              <a:rPr lang="es-ES" dirty="0">
                <a:solidFill>
                  <a:schemeClr val="lt1"/>
                </a:solidFill>
              </a:rPr>
              <a:t>Normalmente se usan dos para dar audio estéreo.</a:t>
            </a:r>
          </a:p>
          <a:p>
            <a:endParaRPr lang="es-ES" dirty="0">
              <a:solidFill>
                <a:schemeClr val="lt1"/>
              </a:solidFill>
            </a:endParaRPr>
          </a:p>
        </p:txBody>
      </p:sp>
      <p:pic>
        <p:nvPicPr>
          <p:cNvPr id="2" name="Picture 26" descr="Altavoces Bluetooth para Apple iPad 2 | Gsm55">
            <a:extLst>
              <a:ext uri="{FF2B5EF4-FFF2-40B4-BE49-F238E27FC236}">
                <a16:creationId xmlns:a16="http://schemas.microsoft.com/office/drawing/2014/main" id="{F271E719-281E-33BD-DF57-09A64E0D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005" y="2815389"/>
            <a:ext cx="2948065" cy="2948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FCA7F795-EE78-E8F6-D119-6E943EC6A6AE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796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4160688" cy="1507067"/>
          </a:xfrm>
          <a:prstGeom prst="flowChartDocumen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AURICULARES Y MICRÓFONO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8"/>
            <a:ext cx="4657725" cy="3044235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fontScale="92500"/>
          </a:bodyPr>
          <a:lstStyle/>
          <a:p>
            <a:r>
              <a:rPr lang="es-ES" dirty="0">
                <a:solidFill>
                  <a:schemeClr val="lt1"/>
                </a:solidFill>
              </a:rPr>
              <a:t>Los auriculares, sirven para la salida de audio, de una forma más reducida que los altavoces.</a:t>
            </a:r>
          </a:p>
          <a:p>
            <a:r>
              <a:rPr lang="es-ES" dirty="0">
                <a:solidFill>
                  <a:schemeClr val="lt1"/>
                </a:solidFill>
              </a:rPr>
              <a:t>El micrófono sirve para la entrada de voz.</a:t>
            </a:r>
          </a:p>
          <a:p>
            <a:r>
              <a:rPr lang="es-ES" dirty="0">
                <a:solidFill>
                  <a:schemeClr val="lt1"/>
                </a:solidFill>
              </a:rPr>
              <a:t>Los auriculares y el micrófono pueden estar juntos.</a:t>
            </a:r>
          </a:p>
          <a:p>
            <a:endParaRPr lang="es-ES" dirty="0">
              <a:solidFill>
                <a:schemeClr val="lt1"/>
              </a:solidFill>
            </a:endParaRPr>
          </a:p>
        </p:txBody>
      </p:sp>
      <p:pic>
        <p:nvPicPr>
          <p:cNvPr id="5" name="Picture 30" descr="Auriculares Micro Mars Gaming 7.1 USB Negro - Grupo Visual Canarias">
            <a:extLst>
              <a:ext uri="{FF2B5EF4-FFF2-40B4-BE49-F238E27FC236}">
                <a16:creationId xmlns:a16="http://schemas.microsoft.com/office/drawing/2014/main" id="{D29A451C-2599-341E-8DE0-E84447B34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412" y="2313608"/>
            <a:ext cx="3546015" cy="354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6D80B1-74B0-6334-211F-BBF36DFC0B1D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807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4160688" cy="1748984"/>
          </a:xfrm>
          <a:prstGeom prst="flowChartDecision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CÁMARA WEB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2269796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Sirve para dar entrada de video.</a:t>
            </a:r>
          </a:p>
          <a:p>
            <a:r>
              <a:rPr lang="es-ES" dirty="0">
                <a:solidFill>
                  <a:schemeClr val="lt1"/>
                </a:solidFill>
              </a:rPr>
              <a:t>Es recomendable tenerla apagada hasta que la vayas a dar uso.</a:t>
            </a:r>
          </a:p>
        </p:txBody>
      </p:sp>
      <p:pic>
        <p:nvPicPr>
          <p:cNvPr id="2" name="Picture 20" descr="Logitech C922 PRO Cámara Web FULL HD - Grupo Visual Canarias">
            <a:extLst>
              <a:ext uri="{FF2B5EF4-FFF2-40B4-BE49-F238E27FC236}">
                <a16:creationId xmlns:a16="http://schemas.microsoft.com/office/drawing/2014/main" id="{008A4775-BC21-E26D-0A8B-5D9BE7223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157" y="2902243"/>
            <a:ext cx="3274056" cy="281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F3616F0-FACA-71C5-5E84-6E0B14C24BDC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3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54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100BB31-D30B-4D6D-83AA-44F9FB35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626" y="369065"/>
            <a:ext cx="4160688" cy="1507067"/>
          </a:xfr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TopLef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>
                <a:solidFill>
                  <a:schemeClr val="lt1"/>
                </a:solidFill>
              </a:rPr>
              <a:t>IMPRESORA Y ESCÁNER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4D26-F31A-4F90-9753-44BDAC8469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4250" y="2815389"/>
            <a:ext cx="4657725" cy="2269796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r>
              <a:rPr lang="es-ES" dirty="0">
                <a:solidFill>
                  <a:schemeClr val="lt1"/>
                </a:solidFill>
              </a:rPr>
              <a:t>La impresora da salida a documentos del ordenador a un folio.</a:t>
            </a:r>
          </a:p>
          <a:p>
            <a:r>
              <a:rPr lang="es-ES" dirty="0">
                <a:solidFill>
                  <a:schemeClr val="lt1"/>
                </a:solidFill>
              </a:rPr>
              <a:t>El escáner, lee un documento físico y lo pasa al ordenador.</a:t>
            </a:r>
          </a:p>
        </p:txBody>
      </p:sp>
      <p:pic>
        <p:nvPicPr>
          <p:cNvPr id="5" name="Picture 22" descr="Impresora Canon láser compacta color negro y monocromo - Tonerclass">
            <a:extLst>
              <a:ext uri="{FF2B5EF4-FFF2-40B4-BE49-F238E27FC236}">
                <a16:creationId xmlns:a16="http://schemas.microsoft.com/office/drawing/2014/main" id="{15DBABA8-392D-1AD7-1A58-F0F434607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054" y="1996190"/>
            <a:ext cx="2557149" cy="255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ontex IQ Flex - Escaner de Gran Formato">
            <a:extLst>
              <a:ext uri="{FF2B5EF4-FFF2-40B4-BE49-F238E27FC236}">
                <a16:creationId xmlns:a16="http://schemas.microsoft.com/office/drawing/2014/main" id="{DC4DB937-7F90-E7B6-EFBB-339CF15C5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506" y="4101347"/>
            <a:ext cx="3472923" cy="244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BD08B7-4D3B-57FE-38EB-D073E5A8E4D5}"/>
              </a:ext>
            </a:extLst>
          </p:cNvPr>
          <p:cNvSpPr txBox="1">
            <a:spLocks/>
          </p:cNvSpPr>
          <p:nvPr/>
        </p:nvSpPr>
        <p:spPr>
          <a:xfrm>
            <a:off x="144563" y="129092"/>
            <a:ext cx="1819373" cy="70967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hlinkClick r:id="rId4" action="ppaction://hlinksldjump"/>
              </a:rPr>
              <a:t>ÍNDICE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01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 advClick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-1"/>
            <a:ext cx="10664890" cy="2285999"/>
          </a:xfrm>
        </p:spPr>
        <p:txBody>
          <a:bodyPr anchor="ctr">
            <a:normAutofit/>
          </a:bodyPr>
          <a:lstStyle/>
          <a:p>
            <a:r>
              <a:rPr lang="es-ES" sz="4000" dirty="0"/>
              <a:t>Conclusión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DD197-6B9B-687A-BABD-970BABE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2396334"/>
            <a:ext cx="10664890" cy="4116434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En este trabajo hemos pasado por diferentes fases para conocer el concepto de PC.</a:t>
            </a:r>
          </a:p>
          <a:p>
            <a:pPr algn="just"/>
            <a:r>
              <a:rPr lang="es-ES" sz="2400" dirty="0"/>
              <a:t>Primero, vimos de forma introductoria su origen, su propósito y su funcionamiento básico.</a:t>
            </a:r>
          </a:p>
          <a:p>
            <a:pPr algn="just"/>
            <a:r>
              <a:rPr lang="es-ES" sz="2400" dirty="0"/>
              <a:t>Después, resaltando que la información es esencial, aprendimos cómo el PC la trata, cómo se mide y cómo se transmite.</a:t>
            </a:r>
          </a:p>
          <a:p>
            <a:pPr algn="just"/>
            <a:r>
              <a:rPr lang="es-ES" sz="2400" dirty="0"/>
              <a:t>Por último, analizamos un esquema del interior del ordenador personal y conocimos con más detalle cada uno de sus componentes.</a:t>
            </a:r>
          </a:p>
        </p:txBody>
      </p:sp>
    </p:spTree>
    <p:extLst>
      <p:ext uri="{BB962C8B-B14F-4D97-AF65-F5344CB8AC3E}">
        <p14:creationId xmlns:p14="http://schemas.microsoft.com/office/powerpoint/2010/main" val="2780661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F41F72-C2C0-3EDD-770A-5DEE40C9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-1"/>
            <a:ext cx="10664890" cy="2285999"/>
          </a:xfrm>
        </p:spPr>
        <p:txBody>
          <a:bodyPr anchor="ctr">
            <a:normAutofit/>
          </a:bodyPr>
          <a:lstStyle/>
          <a:p>
            <a:r>
              <a:rPr lang="es-ES" sz="4000" dirty="0"/>
              <a:t>Bibliografía de contenido e imágenes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DD197-6B9B-687A-BABD-970BABE6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2396334"/>
            <a:ext cx="10664890" cy="4116434"/>
          </a:xfrm>
        </p:spPr>
        <p:txBody>
          <a:bodyPr>
            <a:normAutofit fontScale="70000" lnSpcReduction="20000"/>
          </a:bodyPr>
          <a:lstStyle/>
          <a:p>
            <a:r>
              <a:rPr lang="es-ES" sz="2400" b="1" u="sng" dirty="0"/>
              <a:t>Imágenes:</a:t>
            </a:r>
            <a:endParaRPr lang="es-ES" sz="2400" u="sng" dirty="0"/>
          </a:p>
          <a:p>
            <a:pPr lvl="1"/>
            <a:r>
              <a:rPr lang="es-ES" sz="2000" b="1" dirty="0"/>
              <a:t>Parte introductoria:</a:t>
            </a:r>
            <a:r>
              <a:rPr lang="es-ES" sz="2000" dirty="0"/>
              <a:t> </a:t>
            </a:r>
          </a:p>
          <a:p>
            <a:pPr lvl="2"/>
            <a:r>
              <a:rPr lang="es-ES" sz="1600" dirty="0"/>
              <a:t>Generadas con </a:t>
            </a:r>
            <a:r>
              <a:rPr lang="es-ES" sz="1600" dirty="0" err="1"/>
              <a:t>ChatGPT</a:t>
            </a:r>
            <a:r>
              <a:rPr lang="es-ES" sz="1600" dirty="0"/>
              <a:t> o tomadas de la biblioteca de imágenes de </a:t>
            </a:r>
            <a:r>
              <a:rPr lang="es-ES" sz="1600" dirty="0" err="1"/>
              <a:t>Pexels</a:t>
            </a:r>
            <a:r>
              <a:rPr lang="es-ES" sz="1600" dirty="0"/>
              <a:t>. </a:t>
            </a:r>
          </a:p>
          <a:p>
            <a:pPr lvl="3"/>
            <a:r>
              <a:rPr lang="es-ES" sz="1400" dirty="0">
                <a:hlinkClick r:id="rId2"/>
              </a:rPr>
              <a:t>IMAGEN PC</a:t>
            </a:r>
            <a:endParaRPr lang="es-ES" sz="1400" dirty="0"/>
          </a:p>
          <a:p>
            <a:pPr lvl="3"/>
            <a:r>
              <a:rPr lang="es-ES" sz="1400" dirty="0">
                <a:hlinkClick r:id="rId3"/>
              </a:rPr>
              <a:t>IMAGEN ESQUELETO</a:t>
            </a:r>
            <a:endParaRPr lang="es-ES" sz="1400" dirty="0"/>
          </a:p>
          <a:p>
            <a:pPr lvl="3"/>
            <a:r>
              <a:rPr lang="es-ES" sz="1400" dirty="0">
                <a:hlinkClick r:id="rId4"/>
              </a:rPr>
              <a:t>IMAGEN IBM</a:t>
            </a:r>
            <a:endParaRPr lang="es-ES" sz="1400" dirty="0"/>
          </a:p>
          <a:p>
            <a:pPr lvl="1"/>
            <a:r>
              <a:rPr lang="es-ES" sz="2000" b="1" dirty="0"/>
              <a:t>Parte de hardware:</a:t>
            </a:r>
            <a:r>
              <a:rPr lang="es-ES" sz="2000" dirty="0"/>
              <a:t> </a:t>
            </a:r>
          </a:p>
          <a:p>
            <a:pPr lvl="2"/>
            <a:r>
              <a:rPr lang="es-ES" sz="1600" dirty="0"/>
              <a:t>Obtenidas de Google para ilustrar cada componente del ordenador.</a:t>
            </a:r>
          </a:p>
          <a:p>
            <a:r>
              <a:rPr lang="es-ES" sz="2400" b="1" u="sng" dirty="0"/>
              <a:t>Bibliografía:</a:t>
            </a:r>
            <a:endParaRPr lang="es-ES" sz="2400" u="sng" dirty="0"/>
          </a:p>
          <a:p>
            <a:pPr lvl="1"/>
            <a:r>
              <a:rPr lang="es-ES" sz="2000" b="1" dirty="0"/>
              <a:t>Parte introductoria:</a:t>
            </a:r>
            <a:r>
              <a:rPr lang="es-ES" sz="2000" dirty="0"/>
              <a:t> </a:t>
            </a:r>
          </a:p>
          <a:p>
            <a:pPr lvl="2"/>
            <a:r>
              <a:rPr lang="es-ES" sz="1600" dirty="0"/>
              <a:t>Información basada en el artículo del tema “En el interior del PC”.</a:t>
            </a:r>
          </a:p>
          <a:p>
            <a:pPr lvl="2"/>
            <a:r>
              <a:rPr lang="es-ES" sz="1600" dirty="0"/>
              <a:t>Conocimiento personal.</a:t>
            </a:r>
          </a:p>
          <a:p>
            <a:pPr lvl="2"/>
            <a:r>
              <a:rPr lang="es-ES" sz="1600" dirty="0"/>
              <a:t>En algunos casos, con apoyo de IA (</a:t>
            </a:r>
            <a:r>
              <a:rPr lang="es-ES" sz="1600" dirty="0" err="1"/>
              <a:t>ChatGPT</a:t>
            </a:r>
            <a:r>
              <a:rPr lang="es-ES" sz="1600" dirty="0"/>
              <a:t>) para mejorar la coherencia, la redacción y corregir errores ortográficos o de contenido. </a:t>
            </a:r>
          </a:p>
          <a:p>
            <a:pPr lvl="3"/>
            <a:r>
              <a:rPr lang="es-ES" sz="1400" dirty="0"/>
              <a:t>Ejemplo de </a:t>
            </a:r>
            <a:r>
              <a:rPr lang="es-ES" sz="1400" dirty="0" err="1"/>
              <a:t>prompt</a:t>
            </a:r>
            <a:r>
              <a:rPr lang="es-ES" sz="1400" dirty="0"/>
              <a:t> utilizado: </a:t>
            </a:r>
          </a:p>
          <a:p>
            <a:pPr lvl="4"/>
            <a:r>
              <a:rPr lang="es-ES" sz="1400" i="1" dirty="0"/>
              <a:t>"Corrige u organiza este texto relacionado con (x diapositiva)"</a:t>
            </a:r>
            <a:r>
              <a:rPr lang="es-ES" sz="1400" dirty="0"/>
              <a:t>.</a:t>
            </a:r>
          </a:p>
          <a:p>
            <a:pPr lvl="1"/>
            <a:r>
              <a:rPr lang="es-ES" sz="2000" b="1" dirty="0"/>
              <a:t>Parte de hardware:</a:t>
            </a:r>
            <a:r>
              <a:rPr lang="es-ES" sz="2000" dirty="0"/>
              <a:t> </a:t>
            </a:r>
          </a:p>
          <a:p>
            <a:pPr lvl="2"/>
            <a:r>
              <a:rPr lang="es-ES" sz="1600" dirty="0"/>
              <a:t>Información obtenida de las mismas fuentes anteriores, aunque esta vez con menor uso del artículo original y complementada con recursos para actualizar datos sobre modelos actuales.</a:t>
            </a:r>
          </a:p>
          <a:p>
            <a:pPr lvl="2"/>
            <a:r>
              <a:rPr lang="es-ES" sz="1600" dirty="0"/>
              <a:t> Algunas referencias empleadas: </a:t>
            </a:r>
            <a:r>
              <a:rPr lang="es-ES" sz="1600" b="1" dirty="0" err="1"/>
              <a:t>InfoComputer</a:t>
            </a:r>
            <a:r>
              <a:rPr lang="es-ES" sz="1600" dirty="0"/>
              <a:t> y </a:t>
            </a:r>
            <a:r>
              <a:rPr lang="es-ES" sz="1600" b="1" dirty="0" err="1"/>
              <a:t>Xataka</a:t>
            </a:r>
            <a:r>
              <a:rPr lang="es-ES" sz="1600" dirty="0"/>
              <a:t>.</a:t>
            </a:r>
          </a:p>
          <a:p>
            <a:pPr lvl="3"/>
            <a:r>
              <a:rPr lang="es-ES" sz="1400" dirty="0">
                <a:hlinkClick r:id="rId5"/>
              </a:rPr>
              <a:t>INFO-COMPUTER PLACAS BASE</a:t>
            </a:r>
            <a:endParaRPr lang="es-ES" sz="1400" dirty="0"/>
          </a:p>
          <a:p>
            <a:pPr lvl="3"/>
            <a:r>
              <a:rPr lang="es-ES" sz="1400" dirty="0">
                <a:hlinkClick r:id="rId6"/>
              </a:rPr>
              <a:t>XATAKA SSD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40994457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1830</Words>
  <Application>Microsoft Office PowerPoint</Application>
  <PresentationFormat>Panorámica</PresentationFormat>
  <Paragraphs>241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0" baseType="lpstr">
      <vt:lpstr>Arial</vt:lpstr>
      <vt:lpstr>Bahnschrift</vt:lpstr>
      <vt:lpstr>Calibri</vt:lpstr>
      <vt:lpstr>Calibri Light</vt:lpstr>
      <vt:lpstr>Cambria Math</vt:lpstr>
      <vt:lpstr>Wingdings</vt:lpstr>
      <vt:lpstr>Tema de Office</vt:lpstr>
      <vt:lpstr>En el interior del PC</vt:lpstr>
      <vt:lpstr>Índice</vt:lpstr>
      <vt:lpstr>¿Para qué utilizamos el PC?</vt:lpstr>
      <vt:lpstr>Personal Computer</vt:lpstr>
      <vt:lpstr>Origen del Ordenador Personal</vt:lpstr>
      <vt:lpstr>Unidades de medida</vt:lpstr>
      <vt:lpstr>GB vs GiB</vt:lpstr>
      <vt:lpstr>Transmisión</vt:lpstr>
      <vt:lpstr>Características de la transmisión</vt:lpstr>
      <vt:lpstr>Arquitectura de buses: PCI.</vt:lpstr>
      <vt:lpstr>Arquitectura de buses: SDR, DDR y QDR</vt:lpstr>
      <vt:lpstr>Esquema básico de un PC</vt:lpstr>
      <vt:lpstr>ÍNDICE</vt:lpstr>
      <vt:lpstr>ÍNDICE</vt:lpstr>
      <vt:lpstr>ÍNDICE</vt:lpstr>
      <vt:lpstr>ÍNDICE</vt:lpstr>
      <vt:lpstr>ÍNDICE</vt:lpstr>
      <vt:lpstr>ÍNDICE</vt:lpstr>
      <vt:lpstr>ÍNDICE</vt:lpstr>
      <vt:lpstr>ÍNDICE</vt:lpstr>
      <vt:lpstr>ÍNDICE</vt:lpstr>
      <vt:lpstr>ÍNDICE</vt:lpstr>
      <vt:lpstr>ÍNDICE</vt:lpstr>
      <vt:lpstr>CARCASA</vt:lpstr>
      <vt:lpstr>PLACA BASE</vt:lpstr>
      <vt:lpstr>COMPONENTES PLACA BASE</vt:lpstr>
      <vt:lpstr>COMPONENTES PLACA BASE</vt:lpstr>
      <vt:lpstr>Presentación de PowerPoint</vt:lpstr>
      <vt:lpstr>COMPONENTES PLACA BASE</vt:lpstr>
      <vt:lpstr>COMPONENTES PLACA BASE</vt:lpstr>
      <vt:lpstr>Presentación de PowerPoint</vt:lpstr>
      <vt:lpstr>COMPONENTES PLACA BASE</vt:lpstr>
      <vt:lpstr>Presentación de PowerPoint</vt:lpstr>
      <vt:lpstr>FUENTE DE ALIMENTACIÓN</vt:lpstr>
      <vt:lpstr>MONITOR</vt:lpstr>
      <vt:lpstr>RATÓN</vt:lpstr>
      <vt:lpstr>TECLADO</vt:lpstr>
      <vt:lpstr>ALTAVOCES</vt:lpstr>
      <vt:lpstr>AURICULARES Y MICRÓFONO</vt:lpstr>
      <vt:lpstr>CÁMARA WEB</vt:lpstr>
      <vt:lpstr>IMPRESORA Y ESCÁNER</vt:lpstr>
      <vt:lpstr>Conclusión</vt:lpstr>
      <vt:lpstr>Bibliografía de contenido e imágenes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ASIR1-16</cp:lastModifiedBy>
  <cp:revision>112</cp:revision>
  <dcterms:created xsi:type="dcterms:W3CDTF">2012-07-30T22:48:03Z</dcterms:created>
  <dcterms:modified xsi:type="dcterms:W3CDTF">2025-09-25T10:54:48Z</dcterms:modified>
</cp:coreProperties>
</file>